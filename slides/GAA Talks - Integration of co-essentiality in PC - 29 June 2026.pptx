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70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Roboto"/>
      <p:regular r:id="rId21"/>
      <p:bold r:id="rId22"/>
      <p:italic r:id="rId23"/>
      <p:boldItalic r:id="rId24"/>
    </p:embeddedFont>
    <p:embeddedFont>
      <p:font typeface="Franklin Gothic"/>
      <p:bold r:id="rId25"/>
    </p:embeddedFon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jZTAFdKIbf2OZZq5iv3VXq5nlC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3E60CB-9693-4E5E-8875-34E668D31BFB}">
  <a:tblStyle styleId="{3A3E60CB-9693-4E5E-8875-34E668D31BF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20" Type="http://schemas.openxmlformats.org/officeDocument/2006/relationships/slide" Target="slides/slide13.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26" Type="http://schemas.openxmlformats.org/officeDocument/2006/relationships/font" Target="fonts/ArialBlack-regular.fntdata"/><Relationship Id="rId25" Type="http://schemas.openxmlformats.org/officeDocument/2006/relationships/font" Target="fonts/FranklinGothic-bold.fntdata"/><Relationship Id="rId27"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IE"/>
              <a:t>Previous work has established that co-essential genes are likely to be functionally related and work together in the same pathway. This represents unbiased systematic approach to identify functional relationships between genes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e7079d80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g3ee7079d804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ee7079d8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g3ee7079d80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222222"/>
              </a:buClr>
              <a:buSzPts val="1100"/>
              <a:buFont typeface="Arial"/>
              <a:buNone/>
            </a:pPr>
            <a:r>
              <a:rPr lang="en-IE">
                <a:solidFill>
                  <a:srgbClr val="222222"/>
                </a:solidFill>
              </a:rPr>
              <a:t>Standard pearson correlation assume each data are independent, while in some cancer cell lines are from the same tissues which they may have similar genetic background. This biological relatedness between cell lines can inflates Pearson’s correlation </a:t>
            </a:r>
            <a:r>
              <a:rPr i="1" lang="en-IE">
                <a:solidFill>
                  <a:srgbClr val="222222"/>
                </a:solidFill>
              </a:rPr>
              <a:t>p</a:t>
            </a:r>
            <a:r>
              <a:rPr lang="en-IE">
                <a:solidFill>
                  <a:srgbClr val="222222"/>
                </a:solidFill>
              </a:rPr>
              <a:t>-values.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222222"/>
              </a:solidFill>
            </a:endParaRPr>
          </a:p>
          <a:p>
            <a:pPr indent="0" lvl="0" marL="0" rtl="0" algn="l">
              <a:lnSpc>
                <a:spcPct val="100000"/>
              </a:lnSpc>
              <a:spcBef>
                <a:spcPts val="0"/>
              </a:spcBef>
              <a:spcAft>
                <a:spcPts val="0"/>
              </a:spcAft>
              <a:buClr>
                <a:srgbClr val="222222"/>
              </a:buClr>
              <a:buSzPts val="1100"/>
              <a:buFont typeface="Arial"/>
              <a:buNone/>
            </a:pPr>
            <a:r>
              <a:rPr lang="en-IE">
                <a:solidFill>
                  <a:srgbClr val="222222"/>
                </a:solidFill>
              </a:rPr>
              <a:t>The generalized least squares accounts for the non independence of cell lines by incorporating information about the covariation between every pair of screens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222222"/>
              </a:solidFill>
            </a:endParaRPr>
          </a:p>
          <a:p>
            <a:pPr indent="0" lvl="0" marL="0" rtl="0" algn="l">
              <a:lnSpc>
                <a:spcPct val="100000"/>
              </a:lnSpc>
              <a:spcBef>
                <a:spcPts val="0"/>
              </a:spcBef>
              <a:spcAft>
                <a:spcPts val="0"/>
              </a:spcAft>
              <a:buClr>
                <a:srgbClr val="222222"/>
              </a:buClr>
              <a:buSzPts val="1100"/>
              <a:buFont typeface="Arial"/>
              <a:buNone/>
            </a:pPr>
            <a:r>
              <a:rPr lang="en-IE">
                <a:solidFill>
                  <a:srgbClr val="222222"/>
                </a:solidFill>
              </a:rPr>
              <a:t>Duplicating each point 10 times with slight noise (analogous to duplicating each screen in 10 related lines) makes the previously non-significant (p = 0.6) blue correlation highly significant (p = 0.007) and the significant red correlation (p = 7 × 10</a:t>
            </a:r>
            <a:r>
              <a:rPr baseline="30000" lang="en-IE">
                <a:solidFill>
                  <a:srgbClr val="222222"/>
                </a:solidFill>
              </a:rPr>
              <a:t>−5</a:t>
            </a:r>
            <a:r>
              <a:rPr lang="en-IE">
                <a:solidFill>
                  <a:srgbClr val="222222"/>
                </a:solidFill>
              </a:rPr>
              <a:t>) substantially more so (p = 2 × 10</a:t>
            </a:r>
            <a:r>
              <a:rPr baseline="30000" lang="en-IE">
                <a:solidFill>
                  <a:srgbClr val="222222"/>
                </a:solidFill>
              </a:rPr>
              <a:t>-103</a:t>
            </a:r>
            <a:r>
              <a:rPr lang="en-IE">
                <a:solidFill>
                  <a:srgbClr val="222222"/>
                </a:solidFill>
              </a:rPr>
              <a:t>), despite similar correlation magnitudes.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IE"/>
              <a:t>The standard pearson correlation assuming all cancer cell lines independent. In fact, they are not independent from each other. For example like all breast cancer cell lines share a common genetic backgrounds, and in the standard pearson correlation, this can inflate the correlation value. GLS correct this by capturing how similar every pair of cell lines to every other pair across all genes. GLS will de-correlates the cell lines and block the highly similar cell lines that contribute to the same statistical weight as a single independent observation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ee7079d804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g3ee7079d804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f48e0cf22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g3ef48e0cf22_0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ee7079d804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g3ee7079d804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f48e0cf22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1" name="Google Shape;701;g3ef48e0cf22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ee7079d804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2" name="Google Shape;732;g3ee7079d804_0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ee7079d804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4" name="Google Shape;744;g3ee7079d804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e7079d804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7" name="Google Shape;757;g3ee7079d804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4859a486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9" name="Google Shape;769;g3e4859a486d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e4859a486d_0_1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g3e4859a486d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2.png"/><Relationship Id="rId4" Type="http://schemas.openxmlformats.org/officeDocument/2006/relationships/image" Target="../media/image2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Cell">
    <p:spTree>
      <p:nvGrpSpPr>
        <p:cNvPr id="12" name="Shape 12"/>
        <p:cNvGrpSpPr/>
        <p:nvPr/>
      </p:nvGrpSpPr>
      <p:grpSpPr>
        <a:xfrm>
          <a:off x="0" y="0"/>
          <a:ext cx="0" cy="0"/>
          <a:chOff x="0" y="0"/>
          <a:chExt cx="0" cy="0"/>
        </a:xfrm>
      </p:grpSpPr>
      <p:pic>
        <p:nvPicPr>
          <p:cNvPr id="13" name="Google Shape;13;p27"/>
          <p:cNvPicPr preferRelativeResize="0"/>
          <p:nvPr/>
        </p:nvPicPr>
        <p:blipFill rotWithShape="1">
          <a:blip r:embed="rId2">
            <a:alphaModFix/>
          </a:blip>
          <a:srcRect b="20" l="0" r="0" t="20"/>
          <a:stretch/>
        </p:blipFill>
        <p:spPr>
          <a:xfrm>
            <a:off x="4862485" y="-5821"/>
            <a:ext cx="4281515" cy="3289111"/>
          </a:xfrm>
          <a:prstGeom prst="rect">
            <a:avLst/>
          </a:prstGeom>
          <a:noFill/>
          <a:ln>
            <a:noFill/>
          </a:ln>
        </p:spPr>
      </p:pic>
      <p:pic>
        <p:nvPicPr>
          <p:cNvPr id="14" name="Google Shape;14;p27"/>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5" name="Google Shape;15;p27"/>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6" name="Google Shape;16;p27"/>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7" name="Google Shape;17;p27"/>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8" name="Google Shape;18;p27"/>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9" name="Google Shape;19;p27"/>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0" name="Google Shape;20;p27"/>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Elements_grey">
  <p:cSld name="Title_And_Elements_grey">
    <p:spTree>
      <p:nvGrpSpPr>
        <p:cNvPr id="21" name="Shape 21"/>
        <p:cNvGrpSpPr/>
        <p:nvPr/>
      </p:nvGrpSpPr>
      <p:grpSpPr>
        <a:xfrm>
          <a:off x="0" y="0"/>
          <a:ext cx="0" cy="0"/>
          <a:chOff x="0" y="0"/>
          <a:chExt cx="0" cy="0"/>
        </a:xfrm>
      </p:grpSpPr>
      <p:sp>
        <p:nvSpPr>
          <p:cNvPr id="22" name="Google Shape;22;p41"/>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1"/>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4" name="Google Shape;24;p41"/>
          <p:cNvSpPr txBox="1"/>
          <p:nvPr>
            <p:ph idx="1" type="body"/>
          </p:nvPr>
        </p:nvSpPr>
        <p:spPr>
          <a:xfrm>
            <a:off x="338138" y="889824"/>
            <a:ext cx="8452200" cy="371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5" name="Google Shape;25;p41"/>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6" name="Google Shape;26;p41"/>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1"/>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 name="Shape 28"/>
        <p:cNvGrpSpPr/>
        <p:nvPr/>
      </p:nvGrpSpPr>
      <p:grpSpPr>
        <a:xfrm>
          <a:off x="0" y="0"/>
          <a:ext cx="0" cy="0"/>
          <a:chOff x="0" y="0"/>
          <a:chExt cx="0" cy="0"/>
        </a:xfrm>
      </p:grpSpPr>
      <p:sp>
        <p:nvSpPr>
          <p:cNvPr id="29" name="Google Shape;29;p42"/>
          <p:cNvSpPr/>
          <p:nvPr/>
        </p:nvSpPr>
        <p:spPr>
          <a:xfrm>
            <a:off x="7793831" y="4557712"/>
            <a:ext cx="1143000" cy="52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elements_white">
  <p:cSld name="Title_and_elements_white">
    <p:spTree>
      <p:nvGrpSpPr>
        <p:cNvPr id="30" name="Shape 30"/>
        <p:cNvGrpSpPr/>
        <p:nvPr/>
      </p:nvGrpSpPr>
      <p:grpSpPr>
        <a:xfrm>
          <a:off x="0" y="0"/>
          <a:ext cx="0" cy="0"/>
          <a:chOff x="0" y="0"/>
          <a:chExt cx="0" cy="0"/>
        </a:xfrm>
      </p:grpSpPr>
      <p:sp>
        <p:nvSpPr>
          <p:cNvPr id="31" name="Google Shape;31;p43"/>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3"/>
          <p:cNvSpPr txBox="1"/>
          <p:nvPr>
            <p:ph idx="1" type="body"/>
          </p:nvPr>
        </p:nvSpPr>
        <p:spPr>
          <a:xfrm>
            <a:off x="338138" y="889824"/>
            <a:ext cx="8452200" cy="371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3" name="Google Shape;33;p43"/>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4" name="Google Shape;34;p43"/>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3"/>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Title - South Building">
    <p:spTree>
      <p:nvGrpSpPr>
        <p:cNvPr id="36" name="Shape 36"/>
        <p:cNvGrpSpPr/>
        <p:nvPr/>
      </p:nvGrpSpPr>
      <p:grpSpPr>
        <a:xfrm>
          <a:off x="0" y="0"/>
          <a:ext cx="0" cy="0"/>
          <a:chOff x="0" y="0"/>
          <a:chExt cx="0" cy="0"/>
        </a:xfrm>
      </p:grpSpPr>
      <p:pic>
        <p:nvPicPr>
          <p:cNvPr id="37" name="Google Shape;37;p44"/>
          <p:cNvPicPr preferRelativeResize="0"/>
          <p:nvPr/>
        </p:nvPicPr>
        <p:blipFill rotWithShape="1">
          <a:blip r:embed="rId2">
            <a:alphaModFix/>
          </a:blip>
          <a:srcRect b="0" l="0" r="0" t="0"/>
          <a:stretch/>
        </p:blipFill>
        <p:spPr>
          <a:xfrm>
            <a:off x="5508291" y="0"/>
            <a:ext cx="3635709" cy="3283292"/>
          </a:xfrm>
          <a:prstGeom prst="rect">
            <a:avLst/>
          </a:prstGeom>
          <a:noFill/>
          <a:ln>
            <a:noFill/>
          </a:ln>
        </p:spPr>
      </p:pic>
      <p:pic>
        <p:nvPicPr>
          <p:cNvPr id="38" name="Google Shape;38;p44"/>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39" name="Google Shape;39;p44"/>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40" name="Google Shape;40;p44"/>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41" name="Google Shape;41;p44"/>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42" name="Google Shape;42;p44"/>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43" name="Google Shape;43;p44"/>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44" name="Google Shape;44;p44"/>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p:spTree>
      <p:nvGrpSpPr>
        <p:cNvPr id="45" name="Shape 45"/>
        <p:cNvGrpSpPr/>
        <p:nvPr/>
      </p:nvGrpSpPr>
      <p:grpSpPr>
        <a:xfrm>
          <a:off x="0" y="0"/>
          <a:ext cx="0" cy="0"/>
          <a:chOff x="0" y="0"/>
          <a:chExt cx="0" cy="0"/>
        </a:xfrm>
      </p:grpSpPr>
      <p:pic>
        <p:nvPicPr>
          <p:cNvPr id="46" name="Google Shape;46;p45"/>
          <p:cNvPicPr preferRelativeResize="0"/>
          <p:nvPr/>
        </p:nvPicPr>
        <p:blipFill rotWithShape="1">
          <a:blip r:embed="rId2">
            <a:alphaModFix/>
          </a:blip>
          <a:srcRect b="0" l="0" r="0" t="0"/>
          <a:stretch/>
        </p:blipFill>
        <p:spPr>
          <a:xfrm>
            <a:off x="4862486" y="-5821"/>
            <a:ext cx="4281513" cy="3289110"/>
          </a:xfrm>
          <a:prstGeom prst="rect">
            <a:avLst/>
          </a:prstGeom>
          <a:noFill/>
          <a:ln>
            <a:noFill/>
          </a:ln>
        </p:spPr>
      </p:pic>
      <p:pic>
        <p:nvPicPr>
          <p:cNvPr id="47" name="Google Shape;47;p45"/>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48" name="Google Shape;48;p45"/>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49" name="Google Shape;49;p45"/>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0" name="Google Shape;50;p45"/>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1" name="Google Shape;51;p45"/>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2" name="Google Shape;52;p45"/>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3" name="Google Shape;53;p45"/>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2">
    <p:spTree>
      <p:nvGrpSpPr>
        <p:cNvPr id="54" name="Shape 54"/>
        <p:cNvGrpSpPr/>
        <p:nvPr/>
      </p:nvGrpSpPr>
      <p:grpSpPr>
        <a:xfrm>
          <a:off x="0" y="0"/>
          <a:ext cx="0" cy="0"/>
          <a:chOff x="0" y="0"/>
          <a:chExt cx="0" cy="0"/>
        </a:xfrm>
      </p:grpSpPr>
      <p:pic>
        <p:nvPicPr>
          <p:cNvPr id="55" name="Google Shape;55;p46"/>
          <p:cNvPicPr preferRelativeResize="0"/>
          <p:nvPr/>
        </p:nvPicPr>
        <p:blipFill rotWithShape="1">
          <a:blip r:embed="rId2">
            <a:alphaModFix/>
          </a:blip>
          <a:srcRect b="0" l="0" r="0" t="0"/>
          <a:stretch/>
        </p:blipFill>
        <p:spPr>
          <a:xfrm>
            <a:off x="4862485" y="-5821"/>
            <a:ext cx="4281517" cy="3289110"/>
          </a:xfrm>
          <a:prstGeom prst="rect">
            <a:avLst/>
          </a:prstGeom>
          <a:noFill/>
          <a:ln>
            <a:noFill/>
          </a:ln>
        </p:spPr>
      </p:pic>
      <p:pic>
        <p:nvPicPr>
          <p:cNvPr id="56" name="Google Shape;56;p46"/>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57" name="Google Shape;57;p46"/>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58" name="Google Shape;58;p46"/>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9" name="Google Shape;59;p46"/>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60" name="Google Shape;60;p46"/>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61" name="Google Shape;61;p46"/>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62" name="Google Shape;62;p46"/>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3">
    <p:spTree>
      <p:nvGrpSpPr>
        <p:cNvPr id="63" name="Shape 63"/>
        <p:cNvGrpSpPr/>
        <p:nvPr/>
      </p:nvGrpSpPr>
      <p:grpSpPr>
        <a:xfrm>
          <a:off x="0" y="0"/>
          <a:ext cx="0" cy="0"/>
          <a:chOff x="0" y="0"/>
          <a:chExt cx="0" cy="0"/>
        </a:xfrm>
      </p:grpSpPr>
      <p:pic>
        <p:nvPicPr>
          <p:cNvPr id="64" name="Google Shape;64;p47"/>
          <p:cNvPicPr preferRelativeResize="0"/>
          <p:nvPr/>
        </p:nvPicPr>
        <p:blipFill rotWithShape="1">
          <a:blip r:embed="rId2">
            <a:alphaModFix/>
          </a:blip>
          <a:srcRect b="0" l="0" r="0" t="0"/>
          <a:stretch/>
        </p:blipFill>
        <p:spPr>
          <a:xfrm>
            <a:off x="4862486" y="-5821"/>
            <a:ext cx="4281513" cy="3289110"/>
          </a:xfrm>
          <a:prstGeom prst="rect">
            <a:avLst/>
          </a:prstGeom>
          <a:noFill/>
          <a:ln>
            <a:noFill/>
          </a:ln>
        </p:spPr>
      </p:pic>
      <p:pic>
        <p:nvPicPr>
          <p:cNvPr id="65" name="Google Shape;65;p47"/>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66" name="Google Shape;66;p47"/>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67" name="Google Shape;67;p47"/>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68" name="Google Shape;68;p47"/>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69" name="Google Shape;69;p47"/>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70" name="Google Shape;70;p47"/>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71" name="Google Shape;71;p47"/>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4">
    <p:spTree>
      <p:nvGrpSpPr>
        <p:cNvPr id="72" name="Shape 72"/>
        <p:cNvGrpSpPr/>
        <p:nvPr/>
      </p:nvGrpSpPr>
      <p:grpSpPr>
        <a:xfrm>
          <a:off x="0" y="0"/>
          <a:ext cx="0" cy="0"/>
          <a:chOff x="0" y="0"/>
          <a:chExt cx="0" cy="0"/>
        </a:xfrm>
      </p:grpSpPr>
      <p:pic>
        <p:nvPicPr>
          <p:cNvPr id="73" name="Google Shape;73;p48"/>
          <p:cNvPicPr preferRelativeResize="0"/>
          <p:nvPr/>
        </p:nvPicPr>
        <p:blipFill rotWithShape="1">
          <a:blip r:embed="rId2">
            <a:alphaModFix/>
          </a:blip>
          <a:srcRect b="0" l="0" r="0" t="0"/>
          <a:stretch/>
        </p:blipFill>
        <p:spPr>
          <a:xfrm>
            <a:off x="4862486" y="-5821"/>
            <a:ext cx="4281513" cy="3289110"/>
          </a:xfrm>
          <a:prstGeom prst="rect">
            <a:avLst/>
          </a:prstGeom>
          <a:noFill/>
          <a:ln>
            <a:noFill/>
          </a:ln>
        </p:spPr>
      </p:pic>
      <p:pic>
        <p:nvPicPr>
          <p:cNvPr id="74" name="Google Shape;74;p48"/>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75" name="Google Shape;75;p48"/>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76" name="Google Shape;76;p48"/>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77" name="Google Shape;77;p48"/>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78" name="Google Shape;78;p48"/>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79" name="Google Shape;79;p48"/>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80" name="Google Shape;80;p48"/>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5">
    <p:spTree>
      <p:nvGrpSpPr>
        <p:cNvPr id="81" name="Shape 81"/>
        <p:cNvGrpSpPr/>
        <p:nvPr/>
      </p:nvGrpSpPr>
      <p:grpSpPr>
        <a:xfrm>
          <a:off x="0" y="0"/>
          <a:ext cx="0" cy="0"/>
          <a:chOff x="0" y="0"/>
          <a:chExt cx="0" cy="0"/>
        </a:xfrm>
      </p:grpSpPr>
      <p:pic>
        <p:nvPicPr>
          <p:cNvPr id="82" name="Google Shape;82;p49"/>
          <p:cNvPicPr preferRelativeResize="0"/>
          <p:nvPr/>
        </p:nvPicPr>
        <p:blipFill rotWithShape="1">
          <a:blip r:embed="rId2">
            <a:alphaModFix/>
          </a:blip>
          <a:srcRect b="0" l="0" r="0" t="0"/>
          <a:stretch/>
        </p:blipFill>
        <p:spPr>
          <a:xfrm>
            <a:off x="4862486" y="-5821"/>
            <a:ext cx="4281513" cy="3289108"/>
          </a:xfrm>
          <a:prstGeom prst="rect">
            <a:avLst/>
          </a:prstGeom>
          <a:noFill/>
          <a:ln>
            <a:noFill/>
          </a:ln>
        </p:spPr>
      </p:pic>
      <p:pic>
        <p:nvPicPr>
          <p:cNvPr id="83" name="Google Shape;83;p49"/>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84" name="Google Shape;84;p49"/>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85" name="Google Shape;85;p49"/>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86" name="Google Shape;86;p49"/>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87" name="Google Shape;87;p49"/>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88" name="Google Shape;88;p49"/>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89" name="Google Shape;89;p49"/>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6">
    <p:spTree>
      <p:nvGrpSpPr>
        <p:cNvPr id="90" name="Shape 90"/>
        <p:cNvGrpSpPr/>
        <p:nvPr/>
      </p:nvGrpSpPr>
      <p:grpSpPr>
        <a:xfrm>
          <a:off x="0" y="0"/>
          <a:ext cx="0" cy="0"/>
          <a:chOff x="0" y="0"/>
          <a:chExt cx="0" cy="0"/>
        </a:xfrm>
      </p:grpSpPr>
      <p:pic>
        <p:nvPicPr>
          <p:cNvPr id="91" name="Google Shape;91;p50"/>
          <p:cNvPicPr preferRelativeResize="0"/>
          <p:nvPr/>
        </p:nvPicPr>
        <p:blipFill rotWithShape="1">
          <a:blip r:embed="rId2">
            <a:alphaModFix/>
          </a:blip>
          <a:srcRect b="20" l="0" r="0" t="20"/>
          <a:stretch/>
        </p:blipFill>
        <p:spPr>
          <a:xfrm>
            <a:off x="4862486" y="-5821"/>
            <a:ext cx="4281511" cy="3289108"/>
          </a:xfrm>
          <a:prstGeom prst="rect">
            <a:avLst/>
          </a:prstGeom>
          <a:noFill/>
          <a:ln>
            <a:noFill/>
          </a:ln>
        </p:spPr>
      </p:pic>
      <p:pic>
        <p:nvPicPr>
          <p:cNvPr id="92" name="Google Shape;92;p50"/>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93" name="Google Shape;93;p50"/>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94" name="Google Shape;94;p50"/>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95" name="Google Shape;95;p50"/>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96" name="Google Shape;96;p50"/>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97" name="Google Shape;97;p50"/>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98" name="Google Shape;98;p50"/>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7">
    <p:spTree>
      <p:nvGrpSpPr>
        <p:cNvPr id="99" name="Shape 99"/>
        <p:cNvGrpSpPr/>
        <p:nvPr/>
      </p:nvGrpSpPr>
      <p:grpSpPr>
        <a:xfrm>
          <a:off x="0" y="0"/>
          <a:ext cx="0" cy="0"/>
          <a:chOff x="0" y="0"/>
          <a:chExt cx="0" cy="0"/>
        </a:xfrm>
      </p:grpSpPr>
      <p:pic>
        <p:nvPicPr>
          <p:cNvPr id="100" name="Google Shape;100;p51"/>
          <p:cNvPicPr preferRelativeResize="0"/>
          <p:nvPr/>
        </p:nvPicPr>
        <p:blipFill rotWithShape="1">
          <a:blip r:embed="rId2">
            <a:alphaModFix/>
          </a:blip>
          <a:srcRect b="0" l="0" r="0" t="0"/>
          <a:stretch/>
        </p:blipFill>
        <p:spPr>
          <a:xfrm>
            <a:off x="4862486" y="-5821"/>
            <a:ext cx="4281509" cy="3289108"/>
          </a:xfrm>
          <a:prstGeom prst="rect">
            <a:avLst/>
          </a:prstGeom>
          <a:noFill/>
          <a:ln>
            <a:noFill/>
          </a:ln>
        </p:spPr>
      </p:pic>
      <p:pic>
        <p:nvPicPr>
          <p:cNvPr id="101" name="Google Shape;101;p51"/>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02" name="Google Shape;102;p51"/>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03" name="Google Shape;103;p51"/>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04" name="Google Shape;104;p51"/>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05" name="Google Shape;105;p51"/>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06" name="Google Shape;106;p51"/>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07" name="Google Shape;107;p51"/>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8">
    <p:spTree>
      <p:nvGrpSpPr>
        <p:cNvPr id="108" name="Shape 108"/>
        <p:cNvGrpSpPr/>
        <p:nvPr/>
      </p:nvGrpSpPr>
      <p:grpSpPr>
        <a:xfrm>
          <a:off x="0" y="0"/>
          <a:ext cx="0" cy="0"/>
          <a:chOff x="0" y="0"/>
          <a:chExt cx="0" cy="0"/>
        </a:xfrm>
      </p:grpSpPr>
      <p:pic>
        <p:nvPicPr>
          <p:cNvPr id="109" name="Google Shape;109;p52"/>
          <p:cNvPicPr preferRelativeResize="0"/>
          <p:nvPr/>
        </p:nvPicPr>
        <p:blipFill rotWithShape="1">
          <a:blip r:embed="rId2">
            <a:alphaModFix/>
          </a:blip>
          <a:srcRect b="0" l="0" r="0" t="0"/>
          <a:stretch/>
        </p:blipFill>
        <p:spPr>
          <a:xfrm>
            <a:off x="4862486" y="-5821"/>
            <a:ext cx="4281509" cy="3289108"/>
          </a:xfrm>
          <a:prstGeom prst="rect">
            <a:avLst/>
          </a:prstGeom>
          <a:noFill/>
          <a:ln>
            <a:noFill/>
          </a:ln>
        </p:spPr>
      </p:pic>
      <p:pic>
        <p:nvPicPr>
          <p:cNvPr id="110" name="Google Shape;110;p52"/>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11" name="Google Shape;111;p52"/>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12" name="Google Shape;112;p52"/>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13" name="Google Shape;113;p52"/>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14" name="Google Shape;114;p52"/>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15" name="Google Shape;115;p52"/>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16" name="Google Shape;116;p52"/>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9">
    <p:spTree>
      <p:nvGrpSpPr>
        <p:cNvPr id="117" name="Shape 117"/>
        <p:cNvGrpSpPr/>
        <p:nvPr/>
      </p:nvGrpSpPr>
      <p:grpSpPr>
        <a:xfrm>
          <a:off x="0" y="0"/>
          <a:ext cx="0" cy="0"/>
          <a:chOff x="0" y="0"/>
          <a:chExt cx="0" cy="0"/>
        </a:xfrm>
      </p:grpSpPr>
      <p:pic>
        <p:nvPicPr>
          <p:cNvPr id="118" name="Google Shape;118;p53"/>
          <p:cNvPicPr preferRelativeResize="0"/>
          <p:nvPr/>
        </p:nvPicPr>
        <p:blipFill rotWithShape="1">
          <a:blip r:embed="rId2">
            <a:alphaModFix/>
          </a:blip>
          <a:srcRect b="0" l="0" r="0" t="0"/>
          <a:stretch/>
        </p:blipFill>
        <p:spPr>
          <a:xfrm>
            <a:off x="4862487" y="-5821"/>
            <a:ext cx="4281509" cy="3289108"/>
          </a:xfrm>
          <a:prstGeom prst="rect">
            <a:avLst/>
          </a:prstGeom>
          <a:noFill/>
          <a:ln>
            <a:noFill/>
          </a:ln>
        </p:spPr>
      </p:pic>
      <p:pic>
        <p:nvPicPr>
          <p:cNvPr id="119" name="Google Shape;119;p53"/>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20" name="Google Shape;120;p53"/>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21" name="Google Shape;121;p53"/>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22" name="Google Shape;122;p53"/>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23" name="Google Shape;123;p53"/>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24" name="Google Shape;124;p53"/>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25" name="Google Shape;125;p53"/>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10">
    <p:spTree>
      <p:nvGrpSpPr>
        <p:cNvPr id="126" name="Shape 126"/>
        <p:cNvGrpSpPr/>
        <p:nvPr/>
      </p:nvGrpSpPr>
      <p:grpSpPr>
        <a:xfrm>
          <a:off x="0" y="0"/>
          <a:ext cx="0" cy="0"/>
          <a:chOff x="0" y="0"/>
          <a:chExt cx="0" cy="0"/>
        </a:xfrm>
      </p:grpSpPr>
      <p:pic>
        <p:nvPicPr>
          <p:cNvPr id="127" name="Google Shape;127;p54"/>
          <p:cNvPicPr preferRelativeResize="0"/>
          <p:nvPr/>
        </p:nvPicPr>
        <p:blipFill rotWithShape="1">
          <a:blip r:embed="rId2">
            <a:alphaModFix/>
          </a:blip>
          <a:srcRect b="0" l="0" r="0" t="0"/>
          <a:stretch/>
        </p:blipFill>
        <p:spPr>
          <a:xfrm>
            <a:off x="4862487" y="-5821"/>
            <a:ext cx="4281509" cy="3289105"/>
          </a:xfrm>
          <a:prstGeom prst="rect">
            <a:avLst/>
          </a:prstGeom>
          <a:noFill/>
          <a:ln>
            <a:noFill/>
          </a:ln>
        </p:spPr>
      </p:pic>
      <p:pic>
        <p:nvPicPr>
          <p:cNvPr id="128" name="Google Shape;128;p54"/>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29" name="Google Shape;129;p54"/>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30" name="Google Shape;130;p54"/>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31" name="Google Shape;131;p54"/>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32" name="Google Shape;132;p54"/>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33" name="Google Shape;133;p54"/>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34" name="Google Shape;134;p54"/>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11">
    <p:spTree>
      <p:nvGrpSpPr>
        <p:cNvPr id="135" name="Shape 135"/>
        <p:cNvGrpSpPr/>
        <p:nvPr/>
      </p:nvGrpSpPr>
      <p:grpSpPr>
        <a:xfrm>
          <a:off x="0" y="0"/>
          <a:ext cx="0" cy="0"/>
          <a:chOff x="0" y="0"/>
          <a:chExt cx="0" cy="0"/>
        </a:xfrm>
      </p:grpSpPr>
      <p:pic>
        <p:nvPicPr>
          <p:cNvPr id="136" name="Google Shape;136;p55" title="EMBL-EBI-research-hero-cropped.jpg"/>
          <p:cNvPicPr preferRelativeResize="0"/>
          <p:nvPr/>
        </p:nvPicPr>
        <p:blipFill rotWithShape="1">
          <a:blip r:embed="rId2">
            <a:alphaModFix/>
          </a:blip>
          <a:srcRect b="0" l="11626" r="2449" t="0"/>
          <a:stretch/>
        </p:blipFill>
        <p:spPr>
          <a:xfrm>
            <a:off x="4862485" y="-5821"/>
            <a:ext cx="4281515" cy="3289110"/>
          </a:xfrm>
          <a:prstGeom prst="rect">
            <a:avLst/>
          </a:prstGeom>
          <a:noFill/>
          <a:ln>
            <a:noFill/>
          </a:ln>
        </p:spPr>
      </p:pic>
      <p:pic>
        <p:nvPicPr>
          <p:cNvPr id="137" name="Google Shape;137;p55"/>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38" name="Google Shape;138;p55"/>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39" name="Google Shape;139;p55"/>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40" name="Google Shape;140;p55"/>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41" name="Google Shape;141;p55"/>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42" name="Google Shape;142;p55"/>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43" name="Google Shape;143;p55"/>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1_Title_Slide_TRAINING">
    <p:spTree>
      <p:nvGrpSpPr>
        <p:cNvPr id="144" name="Shape 144"/>
        <p:cNvGrpSpPr/>
        <p:nvPr/>
      </p:nvGrpSpPr>
      <p:grpSpPr>
        <a:xfrm>
          <a:off x="0" y="0"/>
          <a:ext cx="0" cy="0"/>
          <a:chOff x="0" y="0"/>
          <a:chExt cx="0" cy="0"/>
        </a:xfrm>
      </p:grpSpPr>
      <p:pic>
        <p:nvPicPr>
          <p:cNvPr id="145" name="Google Shape;145;p56"/>
          <p:cNvPicPr preferRelativeResize="0"/>
          <p:nvPr/>
        </p:nvPicPr>
        <p:blipFill rotWithShape="1">
          <a:blip r:embed="rId2">
            <a:alphaModFix/>
          </a:blip>
          <a:srcRect b="20" l="0" r="0" t="20"/>
          <a:stretch/>
        </p:blipFill>
        <p:spPr>
          <a:xfrm>
            <a:off x="4862487" y="-5821"/>
            <a:ext cx="4281508" cy="3289106"/>
          </a:xfrm>
          <a:prstGeom prst="rect">
            <a:avLst/>
          </a:prstGeom>
          <a:noFill/>
          <a:ln>
            <a:noFill/>
          </a:ln>
        </p:spPr>
      </p:pic>
      <p:pic>
        <p:nvPicPr>
          <p:cNvPr id="146" name="Google Shape;146;p56"/>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47" name="Google Shape;147;p56"/>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48" name="Google Shape;148;p56"/>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49" name="Google Shape;149;p56"/>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50" name="Google Shape;150;p56"/>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51" name="Google Shape;151;p56"/>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52" name="Google Shape;152;p56"/>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1_Title_Slide_INDUSTRY">
    <p:spTree>
      <p:nvGrpSpPr>
        <p:cNvPr id="153" name="Shape 153"/>
        <p:cNvGrpSpPr/>
        <p:nvPr/>
      </p:nvGrpSpPr>
      <p:grpSpPr>
        <a:xfrm>
          <a:off x="0" y="0"/>
          <a:ext cx="0" cy="0"/>
          <a:chOff x="0" y="0"/>
          <a:chExt cx="0" cy="0"/>
        </a:xfrm>
      </p:grpSpPr>
      <p:pic>
        <p:nvPicPr>
          <p:cNvPr id="154" name="Google Shape;154;p57"/>
          <p:cNvPicPr preferRelativeResize="0"/>
          <p:nvPr/>
        </p:nvPicPr>
        <p:blipFill rotWithShape="1">
          <a:blip r:embed="rId2">
            <a:alphaModFix/>
          </a:blip>
          <a:srcRect b="20" l="0" r="0" t="20"/>
          <a:stretch/>
        </p:blipFill>
        <p:spPr>
          <a:xfrm>
            <a:off x="4862487" y="-5821"/>
            <a:ext cx="4281507" cy="3289105"/>
          </a:xfrm>
          <a:prstGeom prst="rect">
            <a:avLst/>
          </a:prstGeom>
          <a:noFill/>
          <a:ln>
            <a:noFill/>
          </a:ln>
        </p:spPr>
      </p:pic>
      <p:pic>
        <p:nvPicPr>
          <p:cNvPr id="155" name="Google Shape;155;p57"/>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56" name="Google Shape;156;p57"/>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57" name="Google Shape;157;p57"/>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58" name="Google Shape;158;p57"/>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59" name="Google Shape;159;p57"/>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60" name="Google Shape;160;p57"/>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61" name="Google Shape;161;p57"/>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1" showMasterSp="0">
  <p:cSld name="1_Title_Slide_INDUSTRY_1">
    <p:spTree>
      <p:nvGrpSpPr>
        <p:cNvPr id="162" name="Shape 162"/>
        <p:cNvGrpSpPr/>
        <p:nvPr/>
      </p:nvGrpSpPr>
      <p:grpSpPr>
        <a:xfrm>
          <a:off x="0" y="0"/>
          <a:ext cx="0" cy="0"/>
          <a:chOff x="0" y="0"/>
          <a:chExt cx="0" cy="0"/>
        </a:xfrm>
      </p:grpSpPr>
      <p:pic>
        <p:nvPicPr>
          <p:cNvPr id="163" name="Google Shape;163;p58"/>
          <p:cNvPicPr preferRelativeResize="0"/>
          <p:nvPr/>
        </p:nvPicPr>
        <p:blipFill rotWithShape="1">
          <a:blip r:embed="rId2">
            <a:alphaModFix/>
          </a:blip>
          <a:srcRect b="20" l="0" r="0" t="20"/>
          <a:stretch/>
        </p:blipFill>
        <p:spPr>
          <a:xfrm>
            <a:off x="4862487" y="-5821"/>
            <a:ext cx="4281507" cy="3289105"/>
          </a:xfrm>
          <a:prstGeom prst="rect">
            <a:avLst/>
          </a:prstGeom>
          <a:noFill/>
          <a:ln>
            <a:noFill/>
          </a:ln>
        </p:spPr>
      </p:pic>
      <p:pic>
        <p:nvPicPr>
          <p:cNvPr id="164" name="Google Shape;164;p58"/>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165" name="Google Shape;165;p58"/>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166" name="Google Shape;166;p58"/>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67" name="Google Shape;167;p58"/>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68" name="Google Shape;168;p58"/>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69" name="Google Shape;169;p58"/>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70" name="Google Shape;170;p58"/>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_NoImage">
    <p:spTree>
      <p:nvGrpSpPr>
        <p:cNvPr id="171" name="Shape 171"/>
        <p:cNvGrpSpPr/>
        <p:nvPr/>
      </p:nvGrpSpPr>
      <p:grpSpPr>
        <a:xfrm>
          <a:off x="0" y="0"/>
          <a:ext cx="0" cy="0"/>
          <a:chOff x="0" y="0"/>
          <a:chExt cx="0" cy="0"/>
        </a:xfrm>
      </p:grpSpPr>
      <p:pic>
        <p:nvPicPr>
          <p:cNvPr id="172" name="Google Shape;172;p59"/>
          <p:cNvPicPr preferRelativeResize="0"/>
          <p:nvPr/>
        </p:nvPicPr>
        <p:blipFill rotWithShape="1">
          <a:blip r:embed="rId2">
            <a:alphaModFix/>
          </a:blip>
          <a:srcRect b="0" l="0" r="0" t="0"/>
          <a:stretch/>
        </p:blipFill>
        <p:spPr>
          <a:xfrm>
            <a:off x="0" y="1"/>
            <a:ext cx="9143998" cy="3274221"/>
          </a:xfrm>
          <a:prstGeom prst="rect">
            <a:avLst/>
          </a:prstGeom>
          <a:noFill/>
          <a:ln>
            <a:noFill/>
          </a:ln>
        </p:spPr>
      </p:pic>
      <p:sp>
        <p:nvSpPr>
          <p:cNvPr id="173" name="Google Shape;173;p59"/>
          <p:cNvSpPr txBox="1"/>
          <p:nvPr>
            <p:ph idx="1"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74" name="Google Shape;174;p59"/>
          <p:cNvSpPr txBox="1"/>
          <p:nvPr>
            <p:ph idx="2"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75" name="Google Shape;175;p59"/>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59"/>
          <p:cNvSpPr txBox="1"/>
          <p:nvPr>
            <p:ph idx="3"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77" name="Google Shape;177;p59"/>
          <p:cNvSpPr txBox="1"/>
          <p:nvPr>
            <p:ph idx="4"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pic>
        <p:nvPicPr>
          <p:cNvPr id="178" name="Google Shape;178;p59"/>
          <p:cNvPicPr preferRelativeResize="0"/>
          <p:nvPr/>
        </p:nvPicPr>
        <p:blipFill rotWithShape="1">
          <a:blip r:embed="rId3">
            <a:alphaModFix/>
          </a:blip>
          <a:srcRect b="0" l="0" r="0" t="0"/>
          <a:stretch/>
        </p:blipFill>
        <p:spPr>
          <a:xfrm>
            <a:off x="7162295" y="4298592"/>
            <a:ext cx="1610399" cy="4960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1_Title_Slide_noImage">
    <p:spTree>
      <p:nvGrpSpPr>
        <p:cNvPr id="179" name="Shape 179"/>
        <p:cNvGrpSpPr/>
        <p:nvPr/>
      </p:nvGrpSpPr>
      <p:grpSpPr>
        <a:xfrm>
          <a:off x="0" y="0"/>
          <a:ext cx="0" cy="0"/>
          <a:chOff x="0" y="0"/>
          <a:chExt cx="0" cy="0"/>
        </a:xfrm>
      </p:grpSpPr>
      <p:pic>
        <p:nvPicPr>
          <p:cNvPr id="180" name="Google Shape;180;p60"/>
          <p:cNvPicPr preferRelativeResize="0"/>
          <p:nvPr/>
        </p:nvPicPr>
        <p:blipFill rotWithShape="1">
          <a:blip r:embed="rId2">
            <a:alphaModFix/>
          </a:blip>
          <a:srcRect b="0" l="0" r="0" t="0"/>
          <a:stretch/>
        </p:blipFill>
        <p:spPr>
          <a:xfrm>
            <a:off x="0" y="1"/>
            <a:ext cx="9144000" cy="3274221"/>
          </a:xfrm>
          <a:prstGeom prst="rect">
            <a:avLst/>
          </a:prstGeom>
          <a:noFill/>
          <a:ln>
            <a:noFill/>
          </a:ln>
        </p:spPr>
      </p:pic>
      <p:sp>
        <p:nvSpPr>
          <p:cNvPr id="181" name="Google Shape;181;p60"/>
          <p:cNvSpPr txBox="1"/>
          <p:nvPr>
            <p:ph idx="1"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82" name="Google Shape;182;p60"/>
          <p:cNvSpPr txBox="1"/>
          <p:nvPr>
            <p:ph idx="2"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83" name="Google Shape;183;p60"/>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60"/>
          <p:cNvSpPr txBox="1"/>
          <p:nvPr>
            <p:ph idx="3"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85" name="Google Shape;185;p60"/>
          <p:cNvSpPr txBox="1"/>
          <p:nvPr>
            <p:ph idx="4"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pic>
        <p:nvPicPr>
          <p:cNvPr id="186" name="Google Shape;186;p60"/>
          <p:cNvPicPr preferRelativeResize="0"/>
          <p:nvPr/>
        </p:nvPicPr>
        <p:blipFill rotWithShape="1">
          <a:blip r:embed="rId3">
            <a:alphaModFix/>
          </a:blip>
          <a:srcRect b="0" l="0" r="0" t="0"/>
          <a:stretch/>
        </p:blipFill>
        <p:spPr>
          <a:xfrm>
            <a:off x="7162295" y="4298592"/>
            <a:ext cx="1610399" cy="4960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1_Title_Slide_Staff_Association">
    <p:spTree>
      <p:nvGrpSpPr>
        <p:cNvPr id="187" name="Shape 187"/>
        <p:cNvGrpSpPr/>
        <p:nvPr/>
      </p:nvGrpSpPr>
      <p:grpSpPr>
        <a:xfrm>
          <a:off x="0" y="0"/>
          <a:ext cx="0" cy="0"/>
          <a:chOff x="0" y="0"/>
          <a:chExt cx="0" cy="0"/>
        </a:xfrm>
      </p:grpSpPr>
      <p:pic>
        <p:nvPicPr>
          <p:cNvPr id="188" name="Google Shape;188;p61"/>
          <p:cNvPicPr preferRelativeResize="0"/>
          <p:nvPr/>
        </p:nvPicPr>
        <p:blipFill rotWithShape="1">
          <a:blip r:embed="rId2">
            <a:alphaModFix/>
          </a:blip>
          <a:srcRect b="0" l="0" r="0" t="0"/>
          <a:stretch/>
        </p:blipFill>
        <p:spPr>
          <a:xfrm>
            <a:off x="0" y="1"/>
            <a:ext cx="9144000" cy="3274221"/>
          </a:xfrm>
          <a:prstGeom prst="rect">
            <a:avLst/>
          </a:prstGeom>
          <a:noFill/>
          <a:ln>
            <a:noFill/>
          </a:ln>
        </p:spPr>
      </p:pic>
      <p:sp>
        <p:nvSpPr>
          <p:cNvPr id="189" name="Google Shape;189;p61"/>
          <p:cNvSpPr txBox="1"/>
          <p:nvPr>
            <p:ph idx="1"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90" name="Google Shape;190;p61"/>
          <p:cNvSpPr txBox="1"/>
          <p:nvPr>
            <p:ph idx="2"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91" name="Google Shape;191;p61"/>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61"/>
          <p:cNvSpPr txBox="1"/>
          <p:nvPr>
            <p:ph idx="3"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193" name="Google Shape;193;p61"/>
          <p:cNvSpPr txBox="1"/>
          <p:nvPr>
            <p:ph idx="4"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pic>
        <p:nvPicPr>
          <p:cNvPr id="194" name="Google Shape;194;p61"/>
          <p:cNvPicPr preferRelativeResize="0"/>
          <p:nvPr/>
        </p:nvPicPr>
        <p:blipFill rotWithShape="1">
          <a:blip r:embed="rId3">
            <a:alphaModFix/>
          </a:blip>
          <a:srcRect b="0" l="0" r="0" t="0"/>
          <a:stretch/>
        </p:blipFill>
        <p:spPr>
          <a:xfrm>
            <a:off x="7162295" y="4298592"/>
            <a:ext cx="1610399" cy="496002"/>
          </a:xfrm>
          <a:prstGeom prst="rect">
            <a:avLst/>
          </a:prstGeom>
          <a:noFill/>
          <a:ln>
            <a:noFill/>
          </a:ln>
        </p:spPr>
      </p:pic>
      <p:pic>
        <p:nvPicPr>
          <p:cNvPr id="195" name="Google Shape;195;p61"/>
          <p:cNvPicPr preferRelativeResize="0"/>
          <p:nvPr/>
        </p:nvPicPr>
        <p:blipFill rotWithShape="1">
          <a:blip r:embed="rId4">
            <a:alphaModFix/>
          </a:blip>
          <a:srcRect b="0" l="0" r="0" t="0"/>
          <a:stretch/>
        </p:blipFill>
        <p:spPr>
          <a:xfrm>
            <a:off x="4916925" y="4118125"/>
            <a:ext cx="2091450" cy="72763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ff Association grey ">
  <p:cSld name="Staff Association grey ">
    <p:spTree>
      <p:nvGrpSpPr>
        <p:cNvPr id="196" name="Shape 196"/>
        <p:cNvGrpSpPr/>
        <p:nvPr/>
      </p:nvGrpSpPr>
      <p:grpSpPr>
        <a:xfrm>
          <a:off x="0" y="0"/>
          <a:ext cx="0" cy="0"/>
          <a:chOff x="0" y="0"/>
          <a:chExt cx="0" cy="0"/>
        </a:xfrm>
      </p:grpSpPr>
      <p:sp>
        <p:nvSpPr>
          <p:cNvPr id="197" name="Google Shape;197;p62"/>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62"/>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199" name="Google Shape;199;p62"/>
          <p:cNvSpPr txBox="1"/>
          <p:nvPr>
            <p:ph idx="1" type="body"/>
          </p:nvPr>
        </p:nvSpPr>
        <p:spPr>
          <a:xfrm>
            <a:off x="338138" y="889824"/>
            <a:ext cx="8452200" cy="371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00" name="Google Shape;200;p62"/>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01" name="Google Shape;201;p62"/>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2" name="Google Shape;202;p62"/>
          <p:cNvPicPr preferRelativeResize="0"/>
          <p:nvPr/>
        </p:nvPicPr>
        <p:blipFill rotWithShape="1">
          <a:blip r:embed="rId2">
            <a:alphaModFix/>
          </a:blip>
          <a:srcRect b="0" l="0" r="0" t="0"/>
          <a:stretch/>
        </p:blipFill>
        <p:spPr>
          <a:xfrm>
            <a:off x="6524368" y="4628593"/>
            <a:ext cx="1202725" cy="41843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ff Association white">
  <p:cSld name="Staff Association white">
    <p:spTree>
      <p:nvGrpSpPr>
        <p:cNvPr id="203" name="Shape 203"/>
        <p:cNvGrpSpPr/>
        <p:nvPr/>
      </p:nvGrpSpPr>
      <p:grpSpPr>
        <a:xfrm>
          <a:off x="0" y="0"/>
          <a:ext cx="0" cy="0"/>
          <a:chOff x="0" y="0"/>
          <a:chExt cx="0" cy="0"/>
        </a:xfrm>
      </p:grpSpPr>
      <p:sp>
        <p:nvSpPr>
          <p:cNvPr id="204" name="Google Shape;204;p63"/>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63"/>
          <p:cNvSpPr txBox="1"/>
          <p:nvPr>
            <p:ph idx="1" type="body"/>
          </p:nvPr>
        </p:nvSpPr>
        <p:spPr>
          <a:xfrm>
            <a:off x="338138" y="889824"/>
            <a:ext cx="8452200" cy="371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06" name="Google Shape;206;p63"/>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07" name="Google Shape;207;p63"/>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8" name="Google Shape;208;p63"/>
          <p:cNvPicPr preferRelativeResize="0"/>
          <p:nvPr/>
        </p:nvPicPr>
        <p:blipFill rotWithShape="1">
          <a:blip r:embed="rId2">
            <a:alphaModFix/>
          </a:blip>
          <a:srcRect b="0" l="0" r="0" t="0"/>
          <a:stretch/>
        </p:blipFill>
        <p:spPr>
          <a:xfrm>
            <a:off x="6524368" y="4628593"/>
            <a:ext cx="1202725" cy="41843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Elements_grey">
  <p:cSld name="Two Elements_grey">
    <p:spTree>
      <p:nvGrpSpPr>
        <p:cNvPr id="209" name="Shape 209"/>
        <p:cNvGrpSpPr/>
        <p:nvPr/>
      </p:nvGrpSpPr>
      <p:grpSpPr>
        <a:xfrm>
          <a:off x="0" y="0"/>
          <a:ext cx="0" cy="0"/>
          <a:chOff x="0" y="0"/>
          <a:chExt cx="0" cy="0"/>
        </a:xfrm>
      </p:grpSpPr>
      <p:sp>
        <p:nvSpPr>
          <p:cNvPr id="210" name="Google Shape;210;p64"/>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64"/>
          <p:cNvSpPr/>
          <p:nvPr/>
        </p:nvSpPr>
        <p:spPr>
          <a:xfrm>
            <a:off x="0" y="869951"/>
            <a:ext cx="9144000" cy="37545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12" name="Google Shape;212;p64"/>
          <p:cNvSpPr txBox="1"/>
          <p:nvPr>
            <p:ph idx="1" type="body"/>
          </p:nvPr>
        </p:nvSpPr>
        <p:spPr>
          <a:xfrm>
            <a:off x="330994" y="992393"/>
            <a:ext cx="4227900" cy="350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13" name="Google Shape;213;p64"/>
          <p:cNvSpPr txBox="1"/>
          <p:nvPr>
            <p:ph idx="2" type="body"/>
          </p:nvPr>
        </p:nvSpPr>
        <p:spPr>
          <a:xfrm>
            <a:off x="4572000" y="992393"/>
            <a:ext cx="4227900" cy="350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14" name="Google Shape;214;p64"/>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15" name="Google Shape;215;p64"/>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64"/>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Elements_white">
  <p:cSld name="Two Elements_white">
    <p:spTree>
      <p:nvGrpSpPr>
        <p:cNvPr id="217" name="Shape 217"/>
        <p:cNvGrpSpPr/>
        <p:nvPr/>
      </p:nvGrpSpPr>
      <p:grpSpPr>
        <a:xfrm>
          <a:off x="0" y="0"/>
          <a:ext cx="0" cy="0"/>
          <a:chOff x="0" y="0"/>
          <a:chExt cx="0" cy="0"/>
        </a:xfrm>
      </p:grpSpPr>
      <p:sp>
        <p:nvSpPr>
          <p:cNvPr id="218" name="Google Shape;218;p65"/>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65"/>
          <p:cNvSpPr txBox="1"/>
          <p:nvPr>
            <p:ph idx="1" type="body"/>
          </p:nvPr>
        </p:nvSpPr>
        <p:spPr>
          <a:xfrm>
            <a:off x="330994" y="992393"/>
            <a:ext cx="4227900" cy="350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20" name="Google Shape;220;p65"/>
          <p:cNvSpPr txBox="1"/>
          <p:nvPr>
            <p:ph idx="2" type="body"/>
          </p:nvPr>
        </p:nvSpPr>
        <p:spPr>
          <a:xfrm>
            <a:off x="4572000" y="992393"/>
            <a:ext cx="4227900" cy="3501600"/>
          </a:xfrm>
          <a:prstGeom prst="rect">
            <a:avLst/>
          </a:prstGeom>
          <a:noFill/>
          <a:ln>
            <a:noFill/>
          </a:ln>
        </p:spPr>
        <p:txBody>
          <a:bodyPr anchorCtr="0" anchor="t" bIns="45700" lIns="0" spcFirstLastPara="1" rIns="91425" wrap="square" tIns="45700">
            <a:noAutofit/>
          </a:bodyPr>
          <a:lstStyle>
            <a:lvl1pPr indent="-330200" lvl="0" marL="457200" algn="l">
              <a:lnSpc>
                <a:spcPct val="90000"/>
              </a:lnSpc>
              <a:spcBef>
                <a:spcPts val="750"/>
              </a:spcBef>
              <a:spcAft>
                <a:spcPts val="0"/>
              </a:spcAft>
              <a:buSzPts val="1600"/>
              <a:buChar char="•"/>
              <a:defRPr sz="1600"/>
            </a:lvl1pPr>
            <a:lvl2pPr indent="-317500" lvl="1" marL="914400" algn="l">
              <a:lnSpc>
                <a:spcPct val="90000"/>
              </a:lnSpc>
              <a:spcBef>
                <a:spcPts val="375"/>
              </a:spcBef>
              <a:spcAft>
                <a:spcPts val="0"/>
              </a:spcAft>
              <a:buSzPts val="1400"/>
              <a:buChar char="•"/>
              <a:defRPr sz="1400"/>
            </a:lvl2pPr>
            <a:lvl3pPr indent="-317500" lvl="2" marL="1371600" algn="l">
              <a:lnSpc>
                <a:spcPct val="90000"/>
              </a:lnSpc>
              <a:spcBef>
                <a:spcPts val="375"/>
              </a:spcBef>
              <a:spcAft>
                <a:spcPts val="0"/>
              </a:spcAft>
              <a:buSzPts val="1400"/>
              <a:buChar char="•"/>
              <a:defRPr sz="1400"/>
            </a:lvl3pPr>
            <a:lvl4pPr indent="-317500" lvl="3" marL="1828800" algn="l">
              <a:lnSpc>
                <a:spcPct val="90000"/>
              </a:lnSpc>
              <a:spcBef>
                <a:spcPts val="375"/>
              </a:spcBef>
              <a:spcAft>
                <a:spcPts val="0"/>
              </a:spcAft>
              <a:buSzPts val="1400"/>
              <a:buChar char="•"/>
              <a:defRPr sz="1400"/>
            </a:lvl4pPr>
            <a:lvl5pPr indent="-317500" lvl="4" marL="2286000" algn="l">
              <a:lnSpc>
                <a:spcPct val="90000"/>
              </a:lnSpc>
              <a:spcBef>
                <a:spcPts val="375"/>
              </a:spcBef>
              <a:spcAft>
                <a:spcPts val="0"/>
              </a:spcAft>
              <a:buSzPts val="1400"/>
              <a:buChar char="•"/>
              <a:defRPr sz="14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21" name="Google Shape;221;p65"/>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22" name="Google Shape;222;p65"/>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65"/>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Elements_grey_green">
  <p:cSld name="Two_Elements_grey_green">
    <p:spTree>
      <p:nvGrpSpPr>
        <p:cNvPr id="224" name="Shape 224"/>
        <p:cNvGrpSpPr/>
        <p:nvPr/>
      </p:nvGrpSpPr>
      <p:grpSpPr>
        <a:xfrm>
          <a:off x="0" y="0"/>
          <a:ext cx="0" cy="0"/>
          <a:chOff x="0" y="0"/>
          <a:chExt cx="0" cy="0"/>
        </a:xfrm>
      </p:grpSpPr>
      <p:sp>
        <p:nvSpPr>
          <p:cNvPr id="225" name="Google Shape;225;p66"/>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66"/>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27" name="Google Shape;227;p66"/>
          <p:cNvSpPr txBox="1"/>
          <p:nvPr>
            <p:ph idx="1" type="body"/>
          </p:nvPr>
        </p:nvSpPr>
        <p:spPr>
          <a:xfrm>
            <a:off x="1" y="887016"/>
            <a:ext cx="3155100" cy="3720000"/>
          </a:xfrm>
          <a:prstGeom prst="rect">
            <a:avLst/>
          </a:prstGeom>
          <a:solidFill>
            <a:schemeClr val="accent1"/>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28" name="Google Shape;228;p66"/>
          <p:cNvSpPr txBox="1"/>
          <p:nvPr>
            <p:ph idx="2" type="body"/>
          </p:nvPr>
        </p:nvSpPr>
        <p:spPr>
          <a:xfrm>
            <a:off x="3146611" y="887016"/>
            <a:ext cx="5997300" cy="3720000"/>
          </a:xfrm>
          <a:prstGeom prst="rect">
            <a:avLst/>
          </a:prstGeom>
          <a:no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accent1"/>
              </a:buClr>
              <a:buSzPts val="1600"/>
              <a:buChar char="•"/>
              <a:defRPr sz="1600">
                <a:solidFill>
                  <a:schemeClr val="dk1"/>
                </a:solidFill>
              </a:defRPr>
            </a:lvl1pPr>
            <a:lvl2pPr indent="-317500" lvl="1" marL="914400" algn="l">
              <a:lnSpc>
                <a:spcPct val="90000"/>
              </a:lnSpc>
              <a:spcBef>
                <a:spcPts val="375"/>
              </a:spcBef>
              <a:spcAft>
                <a:spcPts val="0"/>
              </a:spcAft>
              <a:buClr>
                <a:schemeClr val="accent1"/>
              </a:buClr>
              <a:buSzPts val="1400"/>
              <a:buChar char="•"/>
              <a:defRPr sz="1400">
                <a:solidFill>
                  <a:schemeClr val="dk1"/>
                </a:solidFill>
              </a:defRPr>
            </a:lvl2pPr>
            <a:lvl3pPr indent="-317500" lvl="2" marL="1371600" algn="l">
              <a:lnSpc>
                <a:spcPct val="90000"/>
              </a:lnSpc>
              <a:spcBef>
                <a:spcPts val="375"/>
              </a:spcBef>
              <a:spcAft>
                <a:spcPts val="0"/>
              </a:spcAft>
              <a:buClr>
                <a:schemeClr val="accent1"/>
              </a:buClr>
              <a:buSzPts val="1400"/>
              <a:buChar char="•"/>
              <a:defRPr sz="1400">
                <a:solidFill>
                  <a:schemeClr val="dk1"/>
                </a:solidFill>
              </a:defRPr>
            </a:lvl3pPr>
            <a:lvl4pPr indent="-317500" lvl="3" marL="1828800" algn="l">
              <a:lnSpc>
                <a:spcPct val="90000"/>
              </a:lnSpc>
              <a:spcBef>
                <a:spcPts val="375"/>
              </a:spcBef>
              <a:spcAft>
                <a:spcPts val="0"/>
              </a:spcAft>
              <a:buClr>
                <a:schemeClr val="accent1"/>
              </a:buClr>
              <a:buSzPts val="1400"/>
              <a:buChar char="•"/>
              <a:defRPr sz="1400">
                <a:solidFill>
                  <a:schemeClr val="dk1"/>
                </a:solidFill>
              </a:defRPr>
            </a:lvl4pPr>
            <a:lvl5pPr indent="-317500" lvl="4" marL="2286000" algn="l">
              <a:lnSpc>
                <a:spcPct val="90000"/>
              </a:lnSpc>
              <a:spcBef>
                <a:spcPts val="375"/>
              </a:spcBef>
              <a:spcAft>
                <a:spcPts val="0"/>
              </a:spcAft>
              <a:buClr>
                <a:schemeClr val="accent1"/>
              </a:buClr>
              <a:buSzPts val="1400"/>
              <a:buChar char="•"/>
              <a:defRPr sz="1400">
                <a:solidFill>
                  <a:schemeClr val="dk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29" name="Google Shape;229;p66"/>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30" name="Google Shape;230;p66"/>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66"/>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Elements_grey_green_right">
  <p:cSld name="Two Elements_grey_green_right">
    <p:spTree>
      <p:nvGrpSpPr>
        <p:cNvPr id="232" name="Shape 232"/>
        <p:cNvGrpSpPr/>
        <p:nvPr/>
      </p:nvGrpSpPr>
      <p:grpSpPr>
        <a:xfrm>
          <a:off x="0" y="0"/>
          <a:ext cx="0" cy="0"/>
          <a:chOff x="0" y="0"/>
          <a:chExt cx="0" cy="0"/>
        </a:xfrm>
      </p:grpSpPr>
      <p:sp>
        <p:nvSpPr>
          <p:cNvPr id="233" name="Google Shape;233;p67"/>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67"/>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35" name="Google Shape;235;p67"/>
          <p:cNvSpPr txBox="1"/>
          <p:nvPr>
            <p:ph idx="1" type="body"/>
          </p:nvPr>
        </p:nvSpPr>
        <p:spPr>
          <a:xfrm>
            <a:off x="5988844" y="887016"/>
            <a:ext cx="3155100" cy="3720000"/>
          </a:xfrm>
          <a:prstGeom prst="rect">
            <a:avLst/>
          </a:prstGeom>
          <a:solidFill>
            <a:schemeClr val="accent1"/>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36" name="Google Shape;236;p67"/>
          <p:cNvSpPr txBox="1"/>
          <p:nvPr>
            <p:ph idx="2" type="body"/>
          </p:nvPr>
        </p:nvSpPr>
        <p:spPr>
          <a:xfrm>
            <a:off x="0" y="887016"/>
            <a:ext cx="5997300" cy="3720000"/>
          </a:xfrm>
          <a:prstGeom prst="rect">
            <a:avLst/>
          </a:prstGeom>
          <a:no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accent1"/>
              </a:buClr>
              <a:buSzPts val="1600"/>
              <a:buChar char="•"/>
              <a:defRPr sz="1600">
                <a:solidFill>
                  <a:schemeClr val="dk1"/>
                </a:solidFill>
              </a:defRPr>
            </a:lvl1pPr>
            <a:lvl2pPr indent="-317500" lvl="1" marL="914400" algn="l">
              <a:lnSpc>
                <a:spcPct val="90000"/>
              </a:lnSpc>
              <a:spcBef>
                <a:spcPts val="375"/>
              </a:spcBef>
              <a:spcAft>
                <a:spcPts val="0"/>
              </a:spcAft>
              <a:buClr>
                <a:schemeClr val="accent1"/>
              </a:buClr>
              <a:buSzPts val="1400"/>
              <a:buChar char="•"/>
              <a:defRPr sz="1400">
                <a:solidFill>
                  <a:schemeClr val="dk1"/>
                </a:solidFill>
              </a:defRPr>
            </a:lvl2pPr>
            <a:lvl3pPr indent="-317500" lvl="2" marL="1371600" algn="l">
              <a:lnSpc>
                <a:spcPct val="90000"/>
              </a:lnSpc>
              <a:spcBef>
                <a:spcPts val="375"/>
              </a:spcBef>
              <a:spcAft>
                <a:spcPts val="0"/>
              </a:spcAft>
              <a:buClr>
                <a:schemeClr val="accent1"/>
              </a:buClr>
              <a:buSzPts val="1400"/>
              <a:buChar char="•"/>
              <a:defRPr sz="1400">
                <a:solidFill>
                  <a:schemeClr val="dk1"/>
                </a:solidFill>
              </a:defRPr>
            </a:lvl3pPr>
            <a:lvl4pPr indent="-317500" lvl="3" marL="1828800" algn="l">
              <a:lnSpc>
                <a:spcPct val="90000"/>
              </a:lnSpc>
              <a:spcBef>
                <a:spcPts val="375"/>
              </a:spcBef>
              <a:spcAft>
                <a:spcPts val="0"/>
              </a:spcAft>
              <a:buClr>
                <a:schemeClr val="accent1"/>
              </a:buClr>
              <a:buSzPts val="1400"/>
              <a:buChar char="•"/>
              <a:defRPr sz="1400">
                <a:solidFill>
                  <a:schemeClr val="dk1"/>
                </a:solidFill>
              </a:defRPr>
            </a:lvl4pPr>
            <a:lvl5pPr indent="-317500" lvl="4" marL="2286000" algn="l">
              <a:lnSpc>
                <a:spcPct val="90000"/>
              </a:lnSpc>
              <a:spcBef>
                <a:spcPts val="375"/>
              </a:spcBef>
              <a:spcAft>
                <a:spcPts val="0"/>
              </a:spcAft>
              <a:buClr>
                <a:schemeClr val="accent1"/>
              </a:buClr>
              <a:buSzPts val="1400"/>
              <a:buChar char="•"/>
              <a:defRPr sz="1400">
                <a:solidFill>
                  <a:schemeClr val="dk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37" name="Google Shape;237;p67"/>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38" name="Google Shape;238;p67"/>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67"/>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_grey_green_right">
  <p:cSld name="Three Elements_grey_green_right">
    <p:spTree>
      <p:nvGrpSpPr>
        <p:cNvPr id="240" name="Shape 240"/>
        <p:cNvGrpSpPr/>
        <p:nvPr/>
      </p:nvGrpSpPr>
      <p:grpSpPr>
        <a:xfrm>
          <a:off x="0" y="0"/>
          <a:ext cx="0" cy="0"/>
          <a:chOff x="0" y="0"/>
          <a:chExt cx="0" cy="0"/>
        </a:xfrm>
      </p:grpSpPr>
      <p:sp>
        <p:nvSpPr>
          <p:cNvPr id="241" name="Google Shape;241;p68"/>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p68"/>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43" name="Google Shape;243;p68"/>
          <p:cNvSpPr txBox="1"/>
          <p:nvPr>
            <p:ph idx="1" type="body"/>
          </p:nvPr>
        </p:nvSpPr>
        <p:spPr>
          <a:xfrm>
            <a:off x="5988844" y="880036"/>
            <a:ext cx="3155100" cy="1856100"/>
          </a:xfrm>
          <a:prstGeom prst="rect">
            <a:avLst/>
          </a:prstGeom>
          <a:solidFill>
            <a:schemeClr val="accent1"/>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44" name="Google Shape;244;p68"/>
          <p:cNvSpPr txBox="1"/>
          <p:nvPr>
            <p:ph idx="2" type="body"/>
          </p:nvPr>
        </p:nvSpPr>
        <p:spPr>
          <a:xfrm>
            <a:off x="0" y="887016"/>
            <a:ext cx="5997300" cy="3720000"/>
          </a:xfrm>
          <a:prstGeom prst="rect">
            <a:avLst/>
          </a:prstGeom>
          <a:no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accent1"/>
              </a:buClr>
              <a:buSzPts val="1600"/>
              <a:buChar char="•"/>
              <a:defRPr sz="1600">
                <a:solidFill>
                  <a:schemeClr val="dk1"/>
                </a:solidFill>
              </a:defRPr>
            </a:lvl1pPr>
            <a:lvl2pPr indent="-317500" lvl="1" marL="914400" algn="l">
              <a:lnSpc>
                <a:spcPct val="90000"/>
              </a:lnSpc>
              <a:spcBef>
                <a:spcPts val="375"/>
              </a:spcBef>
              <a:spcAft>
                <a:spcPts val="0"/>
              </a:spcAft>
              <a:buClr>
                <a:schemeClr val="accent1"/>
              </a:buClr>
              <a:buSzPts val="1400"/>
              <a:buChar char="•"/>
              <a:defRPr sz="1400">
                <a:solidFill>
                  <a:schemeClr val="dk1"/>
                </a:solidFill>
              </a:defRPr>
            </a:lvl2pPr>
            <a:lvl3pPr indent="-317500" lvl="2" marL="1371600" algn="l">
              <a:lnSpc>
                <a:spcPct val="90000"/>
              </a:lnSpc>
              <a:spcBef>
                <a:spcPts val="375"/>
              </a:spcBef>
              <a:spcAft>
                <a:spcPts val="0"/>
              </a:spcAft>
              <a:buClr>
                <a:schemeClr val="accent1"/>
              </a:buClr>
              <a:buSzPts val="1400"/>
              <a:buChar char="•"/>
              <a:defRPr sz="1400">
                <a:solidFill>
                  <a:schemeClr val="dk1"/>
                </a:solidFill>
              </a:defRPr>
            </a:lvl3pPr>
            <a:lvl4pPr indent="-317500" lvl="3" marL="1828800" algn="l">
              <a:lnSpc>
                <a:spcPct val="90000"/>
              </a:lnSpc>
              <a:spcBef>
                <a:spcPts val="375"/>
              </a:spcBef>
              <a:spcAft>
                <a:spcPts val="0"/>
              </a:spcAft>
              <a:buClr>
                <a:schemeClr val="accent1"/>
              </a:buClr>
              <a:buSzPts val="1400"/>
              <a:buChar char="•"/>
              <a:defRPr sz="1400">
                <a:solidFill>
                  <a:schemeClr val="dk1"/>
                </a:solidFill>
              </a:defRPr>
            </a:lvl4pPr>
            <a:lvl5pPr indent="-317500" lvl="4" marL="2286000" algn="l">
              <a:lnSpc>
                <a:spcPct val="90000"/>
              </a:lnSpc>
              <a:spcBef>
                <a:spcPts val="375"/>
              </a:spcBef>
              <a:spcAft>
                <a:spcPts val="0"/>
              </a:spcAft>
              <a:buClr>
                <a:schemeClr val="accent1"/>
              </a:buClr>
              <a:buSzPts val="1400"/>
              <a:buChar char="•"/>
              <a:defRPr sz="1400">
                <a:solidFill>
                  <a:schemeClr val="dk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45" name="Google Shape;245;p68"/>
          <p:cNvSpPr txBox="1"/>
          <p:nvPr>
            <p:ph idx="3" type="body"/>
          </p:nvPr>
        </p:nvSpPr>
        <p:spPr>
          <a:xfrm>
            <a:off x="5988844" y="2757758"/>
            <a:ext cx="3155100" cy="1856100"/>
          </a:xfrm>
          <a:prstGeom prst="rect">
            <a:avLst/>
          </a:prstGeom>
          <a:solidFill>
            <a:schemeClr val="accent1"/>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46" name="Google Shape;246;p68"/>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47" name="Google Shape;247;p68"/>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68"/>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_dark_grey">
  <p:cSld name="Three Elements_dark_grey">
    <p:spTree>
      <p:nvGrpSpPr>
        <p:cNvPr id="249" name="Shape 249"/>
        <p:cNvGrpSpPr/>
        <p:nvPr/>
      </p:nvGrpSpPr>
      <p:grpSpPr>
        <a:xfrm>
          <a:off x="0" y="0"/>
          <a:ext cx="0" cy="0"/>
          <a:chOff x="0" y="0"/>
          <a:chExt cx="0" cy="0"/>
        </a:xfrm>
      </p:grpSpPr>
      <p:sp>
        <p:nvSpPr>
          <p:cNvPr id="250" name="Google Shape;250;p69"/>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69"/>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52" name="Google Shape;252;p69"/>
          <p:cNvSpPr txBox="1"/>
          <p:nvPr>
            <p:ph idx="1" type="body"/>
          </p:nvPr>
        </p:nvSpPr>
        <p:spPr>
          <a:xfrm>
            <a:off x="0" y="887016"/>
            <a:ext cx="5997300" cy="3720000"/>
          </a:xfrm>
          <a:prstGeom prst="rect">
            <a:avLst/>
          </a:prstGeom>
          <a:no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accent1"/>
              </a:buClr>
              <a:buSzPts val="1600"/>
              <a:buChar char="•"/>
              <a:defRPr sz="1600">
                <a:solidFill>
                  <a:schemeClr val="dk1"/>
                </a:solidFill>
              </a:defRPr>
            </a:lvl1pPr>
            <a:lvl2pPr indent="-317500" lvl="1" marL="914400" algn="l">
              <a:lnSpc>
                <a:spcPct val="90000"/>
              </a:lnSpc>
              <a:spcBef>
                <a:spcPts val="375"/>
              </a:spcBef>
              <a:spcAft>
                <a:spcPts val="0"/>
              </a:spcAft>
              <a:buClr>
                <a:schemeClr val="accent1"/>
              </a:buClr>
              <a:buSzPts val="1400"/>
              <a:buChar char="•"/>
              <a:defRPr sz="1400">
                <a:solidFill>
                  <a:schemeClr val="dk1"/>
                </a:solidFill>
              </a:defRPr>
            </a:lvl2pPr>
            <a:lvl3pPr indent="-317500" lvl="2" marL="1371600" algn="l">
              <a:lnSpc>
                <a:spcPct val="90000"/>
              </a:lnSpc>
              <a:spcBef>
                <a:spcPts val="375"/>
              </a:spcBef>
              <a:spcAft>
                <a:spcPts val="0"/>
              </a:spcAft>
              <a:buClr>
                <a:schemeClr val="accent1"/>
              </a:buClr>
              <a:buSzPts val="1400"/>
              <a:buChar char="•"/>
              <a:defRPr sz="1400">
                <a:solidFill>
                  <a:schemeClr val="dk1"/>
                </a:solidFill>
              </a:defRPr>
            </a:lvl3pPr>
            <a:lvl4pPr indent="-317500" lvl="3" marL="1828800" algn="l">
              <a:lnSpc>
                <a:spcPct val="90000"/>
              </a:lnSpc>
              <a:spcBef>
                <a:spcPts val="375"/>
              </a:spcBef>
              <a:spcAft>
                <a:spcPts val="0"/>
              </a:spcAft>
              <a:buClr>
                <a:schemeClr val="accent1"/>
              </a:buClr>
              <a:buSzPts val="1400"/>
              <a:buChar char="•"/>
              <a:defRPr sz="1400">
                <a:solidFill>
                  <a:schemeClr val="dk1"/>
                </a:solidFill>
              </a:defRPr>
            </a:lvl4pPr>
            <a:lvl5pPr indent="-317500" lvl="4" marL="2286000" algn="l">
              <a:lnSpc>
                <a:spcPct val="90000"/>
              </a:lnSpc>
              <a:spcBef>
                <a:spcPts val="375"/>
              </a:spcBef>
              <a:spcAft>
                <a:spcPts val="0"/>
              </a:spcAft>
              <a:buClr>
                <a:schemeClr val="accent1"/>
              </a:buClr>
              <a:buSzPts val="1400"/>
              <a:buChar char="•"/>
              <a:defRPr sz="1400">
                <a:solidFill>
                  <a:schemeClr val="dk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53" name="Google Shape;253;p69"/>
          <p:cNvSpPr txBox="1"/>
          <p:nvPr>
            <p:ph idx="2" type="body"/>
          </p:nvPr>
        </p:nvSpPr>
        <p:spPr>
          <a:xfrm>
            <a:off x="5988844" y="880036"/>
            <a:ext cx="3155100" cy="1856100"/>
          </a:xfrm>
          <a:prstGeom prst="rect">
            <a:avLst/>
          </a:prstGeom>
          <a:solidFill>
            <a:schemeClr val="lt2"/>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54" name="Google Shape;254;p69"/>
          <p:cNvSpPr txBox="1"/>
          <p:nvPr>
            <p:ph idx="3" type="body"/>
          </p:nvPr>
        </p:nvSpPr>
        <p:spPr>
          <a:xfrm>
            <a:off x="5988844" y="2757758"/>
            <a:ext cx="3155100" cy="1856100"/>
          </a:xfrm>
          <a:prstGeom prst="rect">
            <a:avLst/>
          </a:prstGeom>
          <a:solidFill>
            <a:schemeClr val="lt2"/>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55" name="Google Shape;255;p69"/>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56" name="Google Shape;256;p69"/>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69"/>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_green_left_grey">
  <p:cSld name="Three Elements_green_left_grey">
    <p:spTree>
      <p:nvGrpSpPr>
        <p:cNvPr id="258" name="Shape 258"/>
        <p:cNvGrpSpPr/>
        <p:nvPr/>
      </p:nvGrpSpPr>
      <p:grpSpPr>
        <a:xfrm>
          <a:off x="0" y="0"/>
          <a:ext cx="0" cy="0"/>
          <a:chOff x="0" y="0"/>
          <a:chExt cx="0" cy="0"/>
        </a:xfrm>
      </p:grpSpPr>
      <p:sp>
        <p:nvSpPr>
          <p:cNvPr id="259" name="Google Shape;259;p70"/>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70"/>
          <p:cNvSpPr/>
          <p:nvPr/>
        </p:nvSpPr>
        <p:spPr>
          <a:xfrm>
            <a:off x="0" y="879475"/>
            <a:ext cx="9144000" cy="3734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261" name="Google Shape;261;p70"/>
          <p:cNvSpPr txBox="1"/>
          <p:nvPr>
            <p:ph idx="1" type="body"/>
          </p:nvPr>
        </p:nvSpPr>
        <p:spPr>
          <a:xfrm>
            <a:off x="3146611" y="887016"/>
            <a:ext cx="5997300" cy="3720000"/>
          </a:xfrm>
          <a:prstGeom prst="rect">
            <a:avLst/>
          </a:prstGeom>
          <a:no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accent1"/>
              </a:buClr>
              <a:buSzPts val="1600"/>
              <a:buChar char="•"/>
              <a:defRPr sz="1600">
                <a:solidFill>
                  <a:schemeClr val="dk1"/>
                </a:solidFill>
              </a:defRPr>
            </a:lvl1pPr>
            <a:lvl2pPr indent="-317500" lvl="1" marL="914400" algn="l">
              <a:lnSpc>
                <a:spcPct val="90000"/>
              </a:lnSpc>
              <a:spcBef>
                <a:spcPts val="375"/>
              </a:spcBef>
              <a:spcAft>
                <a:spcPts val="0"/>
              </a:spcAft>
              <a:buClr>
                <a:schemeClr val="accent1"/>
              </a:buClr>
              <a:buSzPts val="1400"/>
              <a:buChar char="•"/>
              <a:defRPr sz="1400">
                <a:solidFill>
                  <a:schemeClr val="dk1"/>
                </a:solidFill>
              </a:defRPr>
            </a:lvl2pPr>
            <a:lvl3pPr indent="-317500" lvl="2" marL="1371600" algn="l">
              <a:lnSpc>
                <a:spcPct val="90000"/>
              </a:lnSpc>
              <a:spcBef>
                <a:spcPts val="375"/>
              </a:spcBef>
              <a:spcAft>
                <a:spcPts val="0"/>
              </a:spcAft>
              <a:buClr>
                <a:schemeClr val="accent1"/>
              </a:buClr>
              <a:buSzPts val="1400"/>
              <a:buChar char="•"/>
              <a:defRPr sz="1400">
                <a:solidFill>
                  <a:schemeClr val="dk1"/>
                </a:solidFill>
              </a:defRPr>
            </a:lvl3pPr>
            <a:lvl4pPr indent="-317500" lvl="3" marL="1828800" algn="l">
              <a:lnSpc>
                <a:spcPct val="90000"/>
              </a:lnSpc>
              <a:spcBef>
                <a:spcPts val="375"/>
              </a:spcBef>
              <a:spcAft>
                <a:spcPts val="0"/>
              </a:spcAft>
              <a:buClr>
                <a:schemeClr val="accent1"/>
              </a:buClr>
              <a:buSzPts val="1400"/>
              <a:buChar char="•"/>
              <a:defRPr sz="1400">
                <a:solidFill>
                  <a:schemeClr val="dk1"/>
                </a:solidFill>
              </a:defRPr>
            </a:lvl4pPr>
            <a:lvl5pPr indent="-317500" lvl="4" marL="2286000" algn="l">
              <a:lnSpc>
                <a:spcPct val="90000"/>
              </a:lnSpc>
              <a:spcBef>
                <a:spcPts val="375"/>
              </a:spcBef>
              <a:spcAft>
                <a:spcPts val="0"/>
              </a:spcAft>
              <a:buClr>
                <a:schemeClr val="accent1"/>
              </a:buClr>
              <a:buSzPts val="1400"/>
              <a:buChar char="•"/>
              <a:defRPr sz="1400">
                <a:solidFill>
                  <a:schemeClr val="dk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62" name="Google Shape;262;p70"/>
          <p:cNvSpPr txBox="1"/>
          <p:nvPr>
            <p:ph idx="2" type="body"/>
          </p:nvPr>
        </p:nvSpPr>
        <p:spPr>
          <a:xfrm>
            <a:off x="794" y="880036"/>
            <a:ext cx="3155100" cy="1856100"/>
          </a:xfrm>
          <a:prstGeom prst="rect">
            <a:avLst/>
          </a:prstGeom>
          <a:solidFill>
            <a:schemeClr val="accent1"/>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63" name="Google Shape;263;p70"/>
          <p:cNvSpPr txBox="1"/>
          <p:nvPr>
            <p:ph idx="3" type="body"/>
          </p:nvPr>
        </p:nvSpPr>
        <p:spPr>
          <a:xfrm>
            <a:off x="794" y="2757758"/>
            <a:ext cx="3155100" cy="1856100"/>
          </a:xfrm>
          <a:prstGeom prst="rect">
            <a:avLst/>
          </a:prstGeom>
          <a:solidFill>
            <a:schemeClr val="dk2"/>
          </a:solidFill>
          <a:ln>
            <a:noFill/>
          </a:ln>
        </p:spPr>
        <p:txBody>
          <a:bodyPr anchorCtr="0" anchor="ctr" bIns="45700" lIns="0" spcFirstLastPara="1" rIns="91425" wrap="square" tIns="45700">
            <a:noAutofit/>
          </a:bodyPr>
          <a:lstStyle>
            <a:lvl1pPr indent="-330200" lvl="0" marL="457200" algn="l">
              <a:lnSpc>
                <a:spcPct val="90000"/>
              </a:lnSpc>
              <a:spcBef>
                <a:spcPts val="750"/>
              </a:spcBef>
              <a:spcAft>
                <a:spcPts val="0"/>
              </a:spcAft>
              <a:buClr>
                <a:schemeClr val="lt1"/>
              </a:buClr>
              <a:buSzPts val="1600"/>
              <a:buChar char="•"/>
              <a:defRPr sz="1600">
                <a:solidFill>
                  <a:schemeClr val="lt1"/>
                </a:solidFill>
              </a:defRPr>
            </a:lvl1pPr>
            <a:lvl2pPr indent="-317500" lvl="1" marL="914400" algn="l">
              <a:lnSpc>
                <a:spcPct val="90000"/>
              </a:lnSpc>
              <a:spcBef>
                <a:spcPts val="375"/>
              </a:spcBef>
              <a:spcAft>
                <a:spcPts val="0"/>
              </a:spcAft>
              <a:buClr>
                <a:schemeClr val="lt1"/>
              </a:buClr>
              <a:buSzPts val="1400"/>
              <a:buChar char="•"/>
              <a:defRPr sz="1400">
                <a:solidFill>
                  <a:schemeClr val="lt1"/>
                </a:solidFill>
              </a:defRPr>
            </a:lvl2pPr>
            <a:lvl3pPr indent="-317500" lvl="2" marL="1371600" algn="l">
              <a:lnSpc>
                <a:spcPct val="90000"/>
              </a:lnSpc>
              <a:spcBef>
                <a:spcPts val="375"/>
              </a:spcBef>
              <a:spcAft>
                <a:spcPts val="0"/>
              </a:spcAft>
              <a:buClr>
                <a:schemeClr val="lt1"/>
              </a:buClr>
              <a:buSzPts val="1400"/>
              <a:buChar char="•"/>
              <a:defRPr sz="1400">
                <a:solidFill>
                  <a:schemeClr val="lt1"/>
                </a:solidFill>
              </a:defRPr>
            </a:lvl3pPr>
            <a:lvl4pPr indent="-317500" lvl="3" marL="1828800" algn="l">
              <a:lnSpc>
                <a:spcPct val="90000"/>
              </a:lnSpc>
              <a:spcBef>
                <a:spcPts val="375"/>
              </a:spcBef>
              <a:spcAft>
                <a:spcPts val="0"/>
              </a:spcAft>
              <a:buClr>
                <a:schemeClr val="lt1"/>
              </a:buClr>
              <a:buSzPts val="1400"/>
              <a:buChar char="•"/>
              <a:defRPr sz="1400">
                <a:solidFill>
                  <a:schemeClr val="lt1"/>
                </a:solidFill>
              </a:defRPr>
            </a:lvl4pPr>
            <a:lvl5pPr indent="-317500" lvl="4" marL="2286000" algn="l">
              <a:lnSpc>
                <a:spcPct val="90000"/>
              </a:lnSpc>
              <a:spcBef>
                <a:spcPts val="375"/>
              </a:spcBef>
              <a:spcAft>
                <a:spcPts val="0"/>
              </a:spcAft>
              <a:buClr>
                <a:schemeClr val="lt1"/>
              </a:buClr>
              <a:buSzPts val="1400"/>
              <a:buChar char="•"/>
              <a:defRPr sz="1400">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64" name="Google Shape;264;p70"/>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65" name="Google Shape;265;p70"/>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70"/>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Elements_green">
  <p:cSld name="Six Elements_green">
    <p:spTree>
      <p:nvGrpSpPr>
        <p:cNvPr id="267" name="Shape 267"/>
        <p:cNvGrpSpPr/>
        <p:nvPr/>
      </p:nvGrpSpPr>
      <p:grpSpPr>
        <a:xfrm>
          <a:off x="0" y="0"/>
          <a:ext cx="0" cy="0"/>
          <a:chOff x="0" y="0"/>
          <a:chExt cx="0" cy="0"/>
        </a:xfrm>
      </p:grpSpPr>
      <p:sp>
        <p:nvSpPr>
          <p:cNvPr id="268" name="Google Shape;268;p71"/>
          <p:cNvSpPr/>
          <p:nvPr>
            <p:ph idx="2" type="pic"/>
          </p:nvPr>
        </p:nvSpPr>
        <p:spPr>
          <a:xfrm>
            <a:off x="6103800" y="870349"/>
            <a:ext cx="3040200" cy="1865700"/>
          </a:xfrm>
          <a:prstGeom prst="rect">
            <a:avLst/>
          </a:prstGeom>
          <a:noFill/>
          <a:ln>
            <a:noFill/>
          </a:ln>
        </p:spPr>
      </p:sp>
      <p:sp>
        <p:nvSpPr>
          <p:cNvPr id="269" name="Google Shape;269;p71"/>
          <p:cNvSpPr/>
          <p:nvPr>
            <p:ph idx="3" type="pic"/>
          </p:nvPr>
        </p:nvSpPr>
        <p:spPr>
          <a:xfrm>
            <a:off x="0" y="870349"/>
            <a:ext cx="3040200" cy="1865700"/>
          </a:xfrm>
          <a:prstGeom prst="rect">
            <a:avLst/>
          </a:prstGeom>
          <a:noFill/>
          <a:ln>
            <a:noFill/>
          </a:ln>
        </p:spPr>
      </p:sp>
      <p:sp>
        <p:nvSpPr>
          <p:cNvPr id="270" name="Google Shape;270;p71"/>
          <p:cNvSpPr/>
          <p:nvPr>
            <p:ph idx="4" type="pic"/>
          </p:nvPr>
        </p:nvSpPr>
        <p:spPr>
          <a:xfrm>
            <a:off x="3051900" y="870349"/>
            <a:ext cx="3040200" cy="1865700"/>
          </a:xfrm>
          <a:prstGeom prst="rect">
            <a:avLst/>
          </a:prstGeom>
          <a:noFill/>
          <a:ln>
            <a:noFill/>
          </a:ln>
        </p:spPr>
      </p:sp>
      <p:sp>
        <p:nvSpPr>
          <p:cNvPr id="271" name="Google Shape;271;p71"/>
          <p:cNvSpPr txBox="1"/>
          <p:nvPr>
            <p:ph idx="1" type="body"/>
          </p:nvPr>
        </p:nvSpPr>
        <p:spPr>
          <a:xfrm>
            <a:off x="6103144" y="2746675"/>
            <a:ext cx="3040800" cy="1864500"/>
          </a:xfrm>
          <a:prstGeom prst="rect">
            <a:avLst/>
          </a:prstGeom>
          <a:solidFill>
            <a:schemeClr val="accent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72" name="Google Shape;272;p71"/>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71"/>
          <p:cNvSpPr txBox="1"/>
          <p:nvPr>
            <p:ph idx="5" type="body"/>
          </p:nvPr>
        </p:nvSpPr>
        <p:spPr>
          <a:xfrm>
            <a:off x="1" y="2746675"/>
            <a:ext cx="3040800" cy="1864500"/>
          </a:xfrm>
          <a:prstGeom prst="rect">
            <a:avLst/>
          </a:prstGeom>
          <a:solidFill>
            <a:schemeClr val="accent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74" name="Google Shape;274;p71"/>
          <p:cNvSpPr txBox="1"/>
          <p:nvPr>
            <p:ph idx="6" type="body"/>
          </p:nvPr>
        </p:nvSpPr>
        <p:spPr>
          <a:xfrm>
            <a:off x="3051573" y="2746675"/>
            <a:ext cx="3040800" cy="1864500"/>
          </a:xfrm>
          <a:prstGeom prst="rect">
            <a:avLst/>
          </a:prstGeom>
          <a:solidFill>
            <a:schemeClr val="dk2"/>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cxnSp>
        <p:nvCxnSpPr>
          <p:cNvPr id="275" name="Google Shape;275;p71"/>
          <p:cNvCxnSpPr/>
          <p:nvPr/>
        </p:nvCxnSpPr>
        <p:spPr>
          <a:xfrm>
            <a:off x="3051573" y="2736057"/>
            <a:ext cx="0" cy="1907400"/>
          </a:xfrm>
          <a:prstGeom prst="straightConnector1">
            <a:avLst/>
          </a:prstGeom>
          <a:noFill/>
          <a:ln cap="flat" cmpd="sng" w="12700">
            <a:solidFill>
              <a:schemeClr val="lt1"/>
            </a:solidFill>
            <a:prstDash val="solid"/>
            <a:miter lim="0"/>
            <a:headEnd len="sm" w="sm" type="none"/>
            <a:tailEnd len="sm" w="sm" type="none"/>
          </a:ln>
        </p:spPr>
      </p:cxnSp>
      <p:cxnSp>
        <p:nvCxnSpPr>
          <p:cNvPr id="276" name="Google Shape;276;p71"/>
          <p:cNvCxnSpPr/>
          <p:nvPr/>
        </p:nvCxnSpPr>
        <p:spPr>
          <a:xfrm>
            <a:off x="6097513" y="2736057"/>
            <a:ext cx="0" cy="1907400"/>
          </a:xfrm>
          <a:prstGeom prst="straightConnector1">
            <a:avLst/>
          </a:prstGeom>
          <a:noFill/>
          <a:ln cap="flat" cmpd="sng" w="12700">
            <a:solidFill>
              <a:schemeClr val="lt1"/>
            </a:solidFill>
            <a:prstDash val="solid"/>
            <a:miter lim="0"/>
            <a:headEnd len="sm" w="sm" type="none"/>
            <a:tailEnd len="sm" w="sm" type="none"/>
          </a:ln>
        </p:spPr>
      </p:cxnSp>
      <p:sp>
        <p:nvSpPr>
          <p:cNvPr id="277" name="Google Shape;277;p71"/>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78" name="Google Shape;278;p71"/>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71"/>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Elements_green">
  <p:cSld name="Eight Elements_green">
    <p:spTree>
      <p:nvGrpSpPr>
        <p:cNvPr id="280" name="Shape 280"/>
        <p:cNvGrpSpPr/>
        <p:nvPr/>
      </p:nvGrpSpPr>
      <p:grpSpPr>
        <a:xfrm>
          <a:off x="0" y="0"/>
          <a:ext cx="0" cy="0"/>
          <a:chOff x="0" y="0"/>
          <a:chExt cx="0" cy="0"/>
        </a:xfrm>
      </p:grpSpPr>
      <p:sp>
        <p:nvSpPr>
          <p:cNvPr id="281" name="Google Shape;281;p72"/>
          <p:cNvSpPr/>
          <p:nvPr>
            <p:ph idx="2" type="pic"/>
          </p:nvPr>
        </p:nvSpPr>
        <p:spPr>
          <a:xfrm>
            <a:off x="0" y="879477"/>
            <a:ext cx="2276100" cy="1871700"/>
          </a:xfrm>
          <a:prstGeom prst="rect">
            <a:avLst/>
          </a:prstGeom>
          <a:noFill/>
          <a:ln>
            <a:noFill/>
          </a:ln>
        </p:spPr>
      </p:sp>
      <p:sp>
        <p:nvSpPr>
          <p:cNvPr id="282" name="Google Shape;282;p72"/>
          <p:cNvSpPr/>
          <p:nvPr>
            <p:ph idx="3" type="pic"/>
          </p:nvPr>
        </p:nvSpPr>
        <p:spPr>
          <a:xfrm>
            <a:off x="2289300" y="879477"/>
            <a:ext cx="2276100" cy="1871700"/>
          </a:xfrm>
          <a:prstGeom prst="rect">
            <a:avLst/>
          </a:prstGeom>
          <a:noFill/>
          <a:ln>
            <a:noFill/>
          </a:ln>
        </p:spPr>
      </p:sp>
      <p:sp>
        <p:nvSpPr>
          <p:cNvPr id="283" name="Google Shape;283;p72"/>
          <p:cNvSpPr/>
          <p:nvPr>
            <p:ph idx="4" type="pic"/>
          </p:nvPr>
        </p:nvSpPr>
        <p:spPr>
          <a:xfrm>
            <a:off x="4578599" y="879477"/>
            <a:ext cx="2279700" cy="1871700"/>
          </a:xfrm>
          <a:prstGeom prst="rect">
            <a:avLst/>
          </a:prstGeom>
          <a:noFill/>
          <a:ln>
            <a:noFill/>
          </a:ln>
        </p:spPr>
      </p:sp>
      <p:sp>
        <p:nvSpPr>
          <p:cNvPr id="284" name="Google Shape;284;p72"/>
          <p:cNvSpPr/>
          <p:nvPr>
            <p:ph idx="5" type="pic"/>
          </p:nvPr>
        </p:nvSpPr>
        <p:spPr>
          <a:xfrm>
            <a:off x="6867900" y="879477"/>
            <a:ext cx="2276100" cy="1871700"/>
          </a:xfrm>
          <a:prstGeom prst="rect">
            <a:avLst/>
          </a:prstGeom>
          <a:noFill/>
          <a:ln>
            <a:noFill/>
          </a:ln>
        </p:spPr>
      </p:sp>
      <p:sp>
        <p:nvSpPr>
          <p:cNvPr id="285" name="Google Shape;285;p72"/>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72"/>
          <p:cNvSpPr txBox="1"/>
          <p:nvPr>
            <p:ph idx="1" type="body"/>
          </p:nvPr>
        </p:nvSpPr>
        <p:spPr>
          <a:xfrm>
            <a:off x="1" y="2761060"/>
            <a:ext cx="2279700" cy="1850100"/>
          </a:xfrm>
          <a:prstGeom prst="rect">
            <a:avLst/>
          </a:prstGeom>
          <a:solidFill>
            <a:schemeClr val="accent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87" name="Google Shape;287;p72"/>
          <p:cNvSpPr txBox="1"/>
          <p:nvPr>
            <p:ph idx="6" type="body"/>
          </p:nvPr>
        </p:nvSpPr>
        <p:spPr>
          <a:xfrm>
            <a:off x="2288060" y="2761060"/>
            <a:ext cx="2279700" cy="1850100"/>
          </a:xfrm>
          <a:prstGeom prst="rect">
            <a:avLst/>
          </a:prstGeom>
          <a:solidFill>
            <a:schemeClr val="dk2"/>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88" name="Google Shape;288;p72"/>
          <p:cNvSpPr txBox="1"/>
          <p:nvPr>
            <p:ph idx="7" type="body"/>
          </p:nvPr>
        </p:nvSpPr>
        <p:spPr>
          <a:xfrm>
            <a:off x="4576119" y="2761060"/>
            <a:ext cx="2279700" cy="1850100"/>
          </a:xfrm>
          <a:prstGeom prst="rect">
            <a:avLst/>
          </a:prstGeom>
          <a:solidFill>
            <a:schemeClr val="accent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289" name="Google Shape;289;p72"/>
          <p:cNvSpPr txBox="1"/>
          <p:nvPr>
            <p:ph idx="8" type="body"/>
          </p:nvPr>
        </p:nvSpPr>
        <p:spPr>
          <a:xfrm>
            <a:off x="6864178" y="2761060"/>
            <a:ext cx="2279700" cy="1850100"/>
          </a:xfrm>
          <a:prstGeom prst="rect">
            <a:avLst/>
          </a:prstGeom>
          <a:solidFill>
            <a:schemeClr val="dk2"/>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cxnSp>
        <p:nvCxnSpPr>
          <p:cNvPr id="290" name="Google Shape;290;p72"/>
          <p:cNvCxnSpPr/>
          <p:nvPr/>
        </p:nvCxnSpPr>
        <p:spPr>
          <a:xfrm>
            <a:off x="2285095" y="2742235"/>
            <a:ext cx="0" cy="1875300"/>
          </a:xfrm>
          <a:prstGeom prst="straightConnector1">
            <a:avLst/>
          </a:prstGeom>
          <a:noFill/>
          <a:ln cap="flat" cmpd="sng" w="12700">
            <a:solidFill>
              <a:schemeClr val="lt1"/>
            </a:solidFill>
            <a:prstDash val="solid"/>
            <a:miter lim="0"/>
            <a:headEnd len="sm" w="sm" type="none"/>
            <a:tailEnd len="sm" w="sm" type="none"/>
          </a:ln>
        </p:spPr>
      </p:cxnSp>
      <p:cxnSp>
        <p:nvCxnSpPr>
          <p:cNvPr id="291" name="Google Shape;291;p72"/>
          <p:cNvCxnSpPr/>
          <p:nvPr/>
        </p:nvCxnSpPr>
        <p:spPr>
          <a:xfrm>
            <a:off x="4571578" y="2742235"/>
            <a:ext cx="0" cy="1875300"/>
          </a:xfrm>
          <a:prstGeom prst="straightConnector1">
            <a:avLst/>
          </a:prstGeom>
          <a:noFill/>
          <a:ln cap="flat" cmpd="sng" w="12700">
            <a:solidFill>
              <a:schemeClr val="lt1"/>
            </a:solidFill>
            <a:prstDash val="solid"/>
            <a:miter lim="0"/>
            <a:headEnd len="sm" w="sm" type="none"/>
            <a:tailEnd len="sm" w="sm" type="none"/>
          </a:ln>
        </p:spPr>
      </p:cxnSp>
      <p:cxnSp>
        <p:nvCxnSpPr>
          <p:cNvPr id="292" name="Google Shape;292;p72"/>
          <p:cNvCxnSpPr/>
          <p:nvPr/>
        </p:nvCxnSpPr>
        <p:spPr>
          <a:xfrm>
            <a:off x="6869932" y="2742235"/>
            <a:ext cx="0" cy="1875300"/>
          </a:xfrm>
          <a:prstGeom prst="straightConnector1">
            <a:avLst/>
          </a:prstGeom>
          <a:noFill/>
          <a:ln cap="flat" cmpd="sng" w="12700">
            <a:solidFill>
              <a:schemeClr val="lt1"/>
            </a:solidFill>
            <a:prstDash val="solid"/>
            <a:miter lim="0"/>
            <a:headEnd len="sm" w="sm" type="none"/>
            <a:tailEnd len="sm" w="sm" type="none"/>
          </a:ln>
        </p:spPr>
      </p:cxnSp>
      <p:sp>
        <p:nvSpPr>
          <p:cNvPr id="293" name="Google Shape;293;p72"/>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294" name="Google Shape;294;p72"/>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p72"/>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Elements_grey">
  <p:cSld name="Eight Elements_grey">
    <p:spTree>
      <p:nvGrpSpPr>
        <p:cNvPr id="296" name="Shape 296"/>
        <p:cNvGrpSpPr/>
        <p:nvPr/>
      </p:nvGrpSpPr>
      <p:grpSpPr>
        <a:xfrm>
          <a:off x="0" y="0"/>
          <a:ext cx="0" cy="0"/>
          <a:chOff x="0" y="0"/>
          <a:chExt cx="0" cy="0"/>
        </a:xfrm>
      </p:grpSpPr>
      <p:sp>
        <p:nvSpPr>
          <p:cNvPr id="297" name="Google Shape;297;p73"/>
          <p:cNvSpPr/>
          <p:nvPr>
            <p:ph idx="2" type="pic"/>
          </p:nvPr>
        </p:nvSpPr>
        <p:spPr>
          <a:xfrm>
            <a:off x="0" y="879477"/>
            <a:ext cx="2276100" cy="1871700"/>
          </a:xfrm>
          <a:prstGeom prst="rect">
            <a:avLst/>
          </a:prstGeom>
          <a:noFill/>
          <a:ln>
            <a:noFill/>
          </a:ln>
        </p:spPr>
      </p:sp>
      <p:sp>
        <p:nvSpPr>
          <p:cNvPr id="298" name="Google Shape;298;p73"/>
          <p:cNvSpPr/>
          <p:nvPr>
            <p:ph idx="3" type="pic"/>
          </p:nvPr>
        </p:nvSpPr>
        <p:spPr>
          <a:xfrm>
            <a:off x="2289300" y="879477"/>
            <a:ext cx="2276100" cy="1871700"/>
          </a:xfrm>
          <a:prstGeom prst="rect">
            <a:avLst/>
          </a:prstGeom>
          <a:noFill/>
          <a:ln>
            <a:noFill/>
          </a:ln>
        </p:spPr>
      </p:sp>
      <p:sp>
        <p:nvSpPr>
          <p:cNvPr id="299" name="Google Shape;299;p73"/>
          <p:cNvSpPr/>
          <p:nvPr>
            <p:ph idx="4" type="pic"/>
          </p:nvPr>
        </p:nvSpPr>
        <p:spPr>
          <a:xfrm>
            <a:off x="4578599" y="879477"/>
            <a:ext cx="2279700" cy="1871700"/>
          </a:xfrm>
          <a:prstGeom prst="rect">
            <a:avLst/>
          </a:prstGeom>
          <a:noFill/>
          <a:ln>
            <a:noFill/>
          </a:ln>
        </p:spPr>
      </p:sp>
      <p:sp>
        <p:nvSpPr>
          <p:cNvPr id="300" name="Google Shape;300;p73"/>
          <p:cNvSpPr/>
          <p:nvPr>
            <p:ph idx="5" type="pic"/>
          </p:nvPr>
        </p:nvSpPr>
        <p:spPr>
          <a:xfrm>
            <a:off x="6867900" y="879477"/>
            <a:ext cx="2276100" cy="1871700"/>
          </a:xfrm>
          <a:prstGeom prst="rect">
            <a:avLst/>
          </a:prstGeom>
          <a:noFill/>
          <a:ln>
            <a:noFill/>
          </a:ln>
        </p:spPr>
      </p:sp>
      <p:sp>
        <p:nvSpPr>
          <p:cNvPr id="301" name="Google Shape;301;p73"/>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p73"/>
          <p:cNvSpPr txBox="1"/>
          <p:nvPr>
            <p:ph idx="1" type="body"/>
          </p:nvPr>
        </p:nvSpPr>
        <p:spPr>
          <a:xfrm>
            <a:off x="1" y="2761060"/>
            <a:ext cx="2279700" cy="1850100"/>
          </a:xfrm>
          <a:prstGeom prst="rect">
            <a:avLst/>
          </a:prstGeom>
          <a:solidFill>
            <a:srgbClr val="A8ABAA"/>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03" name="Google Shape;303;p73"/>
          <p:cNvSpPr txBox="1"/>
          <p:nvPr>
            <p:ph idx="6" type="body"/>
          </p:nvPr>
        </p:nvSpPr>
        <p:spPr>
          <a:xfrm>
            <a:off x="2288060" y="2761060"/>
            <a:ext cx="2279700" cy="1850100"/>
          </a:xfrm>
          <a:prstGeom prst="rect">
            <a:avLst/>
          </a:prstGeom>
          <a:solidFill>
            <a:schemeClr val="lt2"/>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04" name="Google Shape;304;p73"/>
          <p:cNvSpPr txBox="1"/>
          <p:nvPr>
            <p:ph idx="7" type="body"/>
          </p:nvPr>
        </p:nvSpPr>
        <p:spPr>
          <a:xfrm>
            <a:off x="4576119" y="2761060"/>
            <a:ext cx="2279700" cy="1850100"/>
          </a:xfrm>
          <a:prstGeom prst="rect">
            <a:avLst/>
          </a:prstGeom>
          <a:solidFill>
            <a:srgbClr val="A8ABAA"/>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05" name="Google Shape;305;p73"/>
          <p:cNvSpPr txBox="1"/>
          <p:nvPr>
            <p:ph idx="8" type="body"/>
          </p:nvPr>
        </p:nvSpPr>
        <p:spPr>
          <a:xfrm>
            <a:off x="6864178" y="2761060"/>
            <a:ext cx="2279700" cy="1850100"/>
          </a:xfrm>
          <a:prstGeom prst="rect">
            <a:avLst/>
          </a:prstGeom>
          <a:solidFill>
            <a:schemeClr val="lt2"/>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sz="1600">
                <a:solidFill>
                  <a:schemeClr val="lt1"/>
                </a:solidFill>
              </a:defRPr>
            </a:lvl1pPr>
            <a:lvl2pPr indent="-317500" lvl="1" marL="914400" algn="ctr">
              <a:lnSpc>
                <a:spcPct val="90000"/>
              </a:lnSpc>
              <a:spcBef>
                <a:spcPts val="375"/>
              </a:spcBef>
              <a:spcAft>
                <a:spcPts val="0"/>
              </a:spcAft>
              <a:buSzPts val="1400"/>
              <a:buChar char="•"/>
              <a:defRPr>
                <a:solidFill>
                  <a:schemeClr val="lt1"/>
                </a:solidFill>
              </a:defRPr>
            </a:lvl2pPr>
            <a:lvl3pPr indent="-317500" lvl="2" marL="1371600" algn="ctr">
              <a:lnSpc>
                <a:spcPct val="90000"/>
              </a:lnSpc>
              <a:spcBef>
                <a:spcPts val="375"/>
              </a:spcBef>
              <a:spcAft>
                <a:spcPts val="0"/>
              </a:spcAft>
              <a:buSzPts val="1400"/>
              <a:buChar char="•"/>
              <a:defRPr>
                <a:solidFill>
                  <a:schemeClr val="lt1"/>
                </a:solidFill>
              </a:defRPr>
            </a:lvl3pPr>
            <a:lvl4pPr indent="-317500" lvl="3" marL="1828800" algn="ctr">
              <a:lnSpc>
                <a:spcPct val="90000"/>
              </a:lnSpc>
              <a:spcBef>
                <a:spcPts val="375"/>
              </a:spcBef>
              <a:spcAft>
                <a:spcPts val="0"/>
              </a:spcAft>
              <a:buSzPts val="1400"/>
              <a:buChar char="•"/>
              <a:defRPr>
                <a:solidFill>
                  <a:schemeClr val="lt1"/>
                </a:solidFill>
              </a:defRPr>
            </a:lvl4pPr>
            <a:lvl5pPr indent="-317500" lvl="4" marL="2286000" algn="ctr">
              <a:lnSpc>
                <a:spcPct val="90000"/>
              </a:lnSpc>
              <a:spcBef>
                <a:spcPts val="375"/>
              </a:spcBef>
              <a:spcAft>
                <a:spcPts val="0"/>
              </a:spcAft>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cxnSp>
        <p:nvCxnSpPr>
          <p:cNvPr id="306" name="Google Shape;306;p73"/>
          <p:cNvCxnSpPr/>
          <p:nvPr/>
        </p:nvCxnSpPr>
        <p:spPr>
          <a:xfrm>
            <a:off x="2285095" y="2742235"/>
            <a:ext cx="0" cy="1875300"/>
          </a:xfrm>
          <a:prstGeom prst="straightConnector1">
            <a:avLst/>
          </a:prstGeom>
          <a:noFill/>
          <a:ln cap="flat" cmpd="sng" w="12700">
            <a:solidFill>
              <a:schemeClr val="lt1"/>
            </a:solidFill>
            <a:prstDash val="solid"/>
            <a:miter lim="0"/>
            <a:headEnd len="sm" w="sm" type="none"/>
            <a:tailEnd len="sm" w="sm" type="none"/>
          </a:ln>
        </p:spPr>
      </p:cxnSp>
      <p:cxnSp>
        <p:nvCxnSpPr>
          <p:cNvPr id="307" name="Google Shape;307;p73"/>
          <p:cNvCxnSpPr/>
          <p:nvPr/>
        </p:nvCxnSpPr>
        <p:spPr>
          <a:xfrm>
            <a:off x="4571578" y="2742235"/>
            <a:ext cx="0" cy="1875300"/>
          </a:xfrm>
          <a:prstGeom prst="straightConnector1">
            <a:avLst/>
          </a:prstGeom>
          <a:noFill/>
          <a:ln cap="flat" cmpd="sng" w="12700">
            <a:solidFill>
              <a:schemeClr val="lt1"/>
            </a:solidFill>
            <a:prstDash val="solid"/>
            <a:miter lim="0"/>
            <a:headEnd len="sm" w="sm" type="none"/>
            <a:tailEnd len="sm" w="sm" type="none"/>
          </a:ln>
        </p:spPr>
      </p:cxnSp>
      <p:cxnSp>
        <p:nvCxnSpPr>
          <p:cNvPr id="308" name="Google Shape;308;p73"/>
          <p:cNvCxnSpPr/>
          <p:nvPr/>
        </p:nvCxnSpPr>
        <p:spPr>
          <a:xfrm>
            <a:off x="6869932" y="2742235"/>
            <a:ext cx="0" cy="1875300"/>
          </a:xfrm>
          <a:prstGeom prst="straightConnector1">
            <a:avLst/>
          </a:prstGeom>
          <a:noFill/>
          <a:ln cap="flat" cmpd="sng" w="12700">
            <a:solidFill>
              <a:schemeClr val="lt1"/>
            </a:solidFill>
            <a:prstDash val="solid"/>
            <a:miter lim="0"/>
            <a:headEnd len="sm" w="sm" type="none"/>
            <a:tailEnd len="sm" w="sm" type="none"/>
          </a:ln>
        </p:spPr>
      </p:cxnSp>
      <p:sp>
        <p:nvSpPr>
          <p:cNvPr id="309" name="Google Shape;309;p73"/>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10" name="Google Shape;310;p73"/>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1" name="Google Shape;311;p73"/>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with_Footer">
  <p:cSld name="Blank_with_Footer">
    <p:spTree>
      <p:nvGrpSpPr>
        <p:cNvPr id="312" name="Shape 312"/>
        <p:cNvGrpSpPr/>
        <p:nvPr/>
      </p:nvGrpSpPr>
      <p:grpSpPr>
        <a:xfrm>
          <a:off x="0" y="0"/>
          <a:ext cx="0" cy="0"/>
          <a:chOff x="0" y="0"/>
          <a:chExt cx="0" cy="0"/>
        </a:xfrm>
      </p:grpSpPr>
      <p:sp>
        <p:nvSpPr>
          <p:cNvPr id="313" name="Google Shape;313;p74"/>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14" name="Google Shape;314;p74"/>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5" name="Google Shape;315;p74"/>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85">
          <p15:clr>
            <a:srgbClr val="FBAE40"/>
          </p15:clr>
        </p15:guide>
        <p15:guide id="2" pos="2160">
          <p15:clr>
            <a:srgbClr val="FBAE40"/>
          </p15:clr>
        </p15:guide>
        <p15:guide id="3" orient="horz" pos="1964">
          <p15:clr>
            <a:srgbClr val="FBAE40"/>
          </p15:clr>
        </p15:guide>
        <p15:guide id="4" orient="horz" pos="1742">
          <p15:clr>
            <a:srgbClr val="FBAE40"/>
          </p15:clr>
        </p15:guide>
        <p15:guide id="5" orient="horz" pos="1521">
          <p15:clr>
            <a:srgbClr val="FBAE40"/>
          </p15:clr>
        </p15:guide>
        <p15:guide id="6" orient="horz" pos="1300">
          <p15:clr>
            <a:srgbClr val="FBAE40"/>
          </p15:clr>
        </p15:guide>
        <p15:guide id="7" orient="horz" pos="1079">
          <p15:clr>
            <a:srgbClr val="FBAE40"/>
          </p15:clr>
        </p15:guide>
        <p15:guide id="8" orient="horz" pos="858">
          <p15:clr>
            <a:srgbClr val="FBAE40"/>
          </p15:clr>
        </p15:guide>
        <p15:guide id="9" orient="horz" pos="637">
          <p15:clr>
            <a:srgbClr val="FBAE40"/>
          </p15:clr>
        </p15:guide>
        <p15:guide id="10" orient="horz" pos="411">
          <p15:clr>
            <a:srgbClr val="FBAE40"/>
          </p15:clr>
        </p15:guide>
        <p15:guide id="11" orient="horz" pos="194">
          <p15:clr>
            <a:srgbClr val="FBAE40"/>
          </p15:clr>
        </p15:guide>
        <p15:guide id="12" pos="2381">
          <p15:clr>
            <a:srgbClr val="FBAE40"/>
          </p15:clr>
        </p15:guide>
        <p15:guide id="13" pos="2603">
          <p15:clr>
            <a:srgbClr val="FBAE40"/>
          </p15:clr>
        </p15:guide>
        <p15:guide id="14" pos="2824">
          <p15:clr>
            <a:srgbClr val="FBAE40"/>
          </p15:clr>
        </p15:guide>
        <p15:guide id="15" pos="3044">
          <p15:clr>
            <a:srgbClr val="FBAE40"/>
          </p15:clr>
        </p15:guide>
        <p15:guide id="16" pos="3266">
          <p15:clr>
            <a:srgbClr val="FBAE40"/>
          </p15:clr>
        </p15:guide>
        <p15:guide id="17" pos="3487">
          <p15:clr>
            <a:srgbClr val="FBAE40"/>
          </p15:clr>
        </p15:guide>
        <p15:guide id="18" pos="3708">
          <p15:clr>
            <a:srgbClr val="FBAE40"/>
          </p15:clr>
        </p15:guide>
        <p15:guide id="19" pos="3929">
          <p15:clr>
            <a:srgbClr val="FBAE40"/>
          </p15:clr>
        </p15:guide>
        <p15:guide id="20" pos="4151">
          <p15:clr>
            <a:srgbClr val="FBAE40"/>
          </p15:clr>
        </p15:guide>
        <p15:guide id="21" pos="1939">
          <p15:clr>
            <a:srgbClr val="FBAE40"/>
          </p15:clr>
        </p15:guide>
        <p15:guide id="22" pos="1718">
          <p15:clr>
            <a:srgbClr val="FBAE40"/>
          </p15:clr>
        </p15:guide>
        <p15:guide id="23" pos="1496">
          <p15:clr>
            <a:srgbClr val="FBAE40"/>
          </p15:clr>
        </p15:guide>
        <p15:guide id="24" pos="1276">
          <p15:clr>
            <a:srgbClr val="FBAE40"/>
          </p15:clr>
        </p15:guide>
        <p15:guide id="25" pos="1055">
          <p15:clr>
            <a:srgbClr val="FBAE40"/>
          </p15:clr>
        </p15:guide>
        <p15:guide id="26" pos="833">
          <p15:clr>
            <a:srgbClr val="FBAE40"/>
          </p15:clr>
        </p15:guide>
        <p15:guide id="27" pos="612">
          <p15:clr>
            <a:srgbClr val="FBAE40"/>
          </p15:clr>
        </p15:guide>
        <p15:guide id="28" pos="391">
          <p15:clr>
            <a:srgbClr val="FBAE40"/>
          </p15:clr>
        </p15:guide>
        <p15:guide id="29" pos="17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individual_image">
  <p:cSld name="Divider_individual_image">
    <p:spTree>
      <p:nvGrpSpPr>
        <p:cNvPr id="316" name="Shape 316"/>
        <p:cNvGrpSpPr/>
        <p:nvPr/>
      </p:nvGrpSpPr>
      <p:grpSpPr>
        <a:xfrm>
          <a:off x="0" y="0"/>
          <a:ext cx="0" cy="0"/>
          <a:chOff x="0" y="0"/>
          <a:chExt cx="0" cy="0"/>
        </a:xfrm>
      </p:grpSpPr>
      <p:sp>
        <p:nvSpPr>
          <p:cNvPr id="317" name="Google Shape;317;p75"/>
          <p:cNvSpPr/>
          <p:nvPr>
            <p:ph idx="2" type="pic"/>
          </p:nvPr>
        </p:nvSpPr>
        <p:spPr>
          <a:xfrm>
            <a:off x="0" y="2"/>
            <a:ext cx="9144000" cy="4623300"/>
          </a:xfrm>
          <a:prstGeom prst="rect">
            <a:avLst/>
          </a:prstGeom>
          <a:noFill/>
          <a:ln>
            <a:noFill/>
          </a:ln>
        </p:spPr>
      </p:sp>
      <p:sp>
        <p:nvSpPr>
          <p:cNvPr id="318" name="Google Shape;318;p75"/>
          <p:cNvSpPr txBox="1"/>
          <p:nvPr>
            <p:ph type="title"/>
          </p:nvPr>
        </p:nvSpPr>
        <p:spPr>
          <a:xfrm>
            <a:off x="0" y="1112941"/>
            <a:ext cx="75276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accent1"/>
              </a:buClr>
              <a:buSzPts val="27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75"/>
          <p:cNvSpPr txBox="1"/>
          <p:nvPr>
            <p:ph idx="1" type="body"/>
          </p:nvPr>
        </p:nvSpPr>
        <p:spPr>
          <a:xfrm>
            <a:off x="0" y="1638301"/>
            <a:ext cx="7535400" cy="927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sz="18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20" name="Google Shape;320;p75"/>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21" name="Google Shape;321;p75"/>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2" name="Google Shape;322;p75"/>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line_2">
  <p:cSld name="Section Headline_2">
    <p:spTree>
      <p:nvGrpSpPr>
        <p:cNvPr id="323" name="Shape 323"/>
        <p:cNvGrpSpPr/>
        <p:nvPr/>
      </p:nvGrpSpPr>
      <p:grpSpPr>
        <a:xfrm>
          <a:off x="0" y="0"/>
          <a:ext cx="0" cy="0"/>
          <a:chOff x="0" y="0"/>
          <a:chExt cx="0" cy="0"/>
        </a:xfrm>
      </p:grpSpPr>
      <p:pic>
        <p:nvPicPr>
          <p:cNvPr id="324" name="Google Shape;324;p76"/>
          <p:cNvPicPr preferRelativeResize="0"/>
          <p:nvPr/>
        </p:nvPicPr>
        <p:blipFill rotWithShape="1">
          <a:blip r:embed="rId2">
            <a:alphaModFix/>
          </a:blip>
          <a:srcRect b="0" l="0" r="0" t="0"/>
          <a:stretch/>
        </p:blipFill>
        <p:spPr>
          <a:xfrm>
            <a:off x="-2" y="1"/>
            <a:ext cx="9144002" cy="5143500"/>
          </a:xfrm>
          <a:prstGeom prst="rect">
            <a:avLst/>
          </a:prstGeom>
          <a:noFill/>
          <a:ln>
            <a:noFill/>
          </a:ln>
        </p:spPr>
      </p:pic>
      <p:sp>
        <p:nvSpPr>
          <p:cNvPr id="325" name="Google Shape;325;p76"/>
          <p:cNvSpPr txBox="1"/>
          <p:nvPr>
            <p:ph idx="1" type="body"/>
          </p:nvPr>
        </p:nvSpPr>
        <p:spPr>
          <a:xfrm>
            <a:off x="4939075" y="3225498"/>
            <a:ext cx="931500" cy="931500"/>
          </a:xfrm>
          <a:prstGeom prst="rect">
            <a:avLst/>
          </a:prstGeom>
          <a:solidFill>
            <a:srgbClr val="009E49"/>
          </a:solidFill>
          <a:ln>
            <a:noFill/>
          </a:ln>
        </p:spPr>
        <p:txBody>
          <a:bodyPr anchorCtr="0" anchor="ctr" bIns="45700" lIns="0" spcFirstLastPara="1" rIns="91425" wrap="square" tIns="0">
            <a:noAutofit/>
          </a:bodyPr>
          <a:lstStyle>
            <a:lvl1pPr indent="-228600" lvl="0" marL="457200" algn="ctr">
              <a:lnSpc>
                <a:spcPct val="90000"/>
              </a:lnSpc>
              <a:spcBef>
                <a:spcPts val="750"/>
              </a:spcBef>
              <a:spcAft>
                <a:spcPts val="0"/>
              </a:spcAft>
              <a:buSzPts val="1800"/>
              <a:buNone/>
              <a:defRPr b="0" sz="1800">
                <a:solidFill>
                  <a:schemeClr val="lt1"/>
                </a:solidFill>
                <a:latin typeface="Arial Black"/>
                <a:ea typeface="Arial Black"/>
                <a:cs typeface="Arial Black"/>
                <a:sym typeface="Arial Black"/>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228600" lvl="4" marL="2286000" algn="l">
              <a:lnSpc>
                <a:spcPct val="90000"/>
              </a:lnSpc>
              <a:spcBef>
                <a:spcPts val="375"/>
              </a:spcBef>
              <a:spcAft>
                <a:spcPts val="0"/>
              </a:spcAft>
              <a:buSzPts val="1400"/>
              <a:buNone/>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26" name="Google Shape;326;p76"/>
          <p:cNvSpPr txBox="1"/>
          <p:nvPr>
            <p:ph idx="2" type="body"/>
          </p:nvPr>
        </p:nvSpPr>
        <p:spPr>
          <a:xfrm>
            <a:off x="5870575" y="3225498"/>
            <a:ext cx="2808000" cy="931500"/>
          </a:xfrm>
          <a:prstGeom prst="rect">
            <a:avLst/>
          </a:prstGeom>
          <a:solidFill>
            <a:schemeClr val="lt1"/>
          </a:solidFill>
          <a:ln>
            <a:noFill/>
          </a:ln>
        </p:spPr>
        <p:txBody>
          <a:bodyPr anchorCtr="0" anchor="ctr" bIns="45700" lIns="288000" spcFirstLastPara="1" rIns="91425" wrap="square" tIns="0">
            <a:noAutofit/>
          </a:bodyPr>
          <a:lstStyle>
            <a:lvl1pPr indent="-228600" lvl="0" marL="457200" marR="0" algn="l">
              <a:lnSpc>
                <a:spcPct val="100000"/>
              </a:lnSpc>
              <a:spcBef>
                <a:spcPts val="300"/>
              </a:spcBef>
              <a:spcAft>
                <a:spcPts val="0"/>
              </a:spcAft>
              <a:buClr>
                <a:srgbClr val="529A43"/>
              </a:buClr>
              <a:buSzPts val="1500"/>
              <a:buFont typeface="Arial"/>
              <a:buNone/>
              <a:defRPr sz="15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line_3">
  <p:cSld name="Section Headline_3">
    <p:spTree>
      <p:nvGrpSpPr>
        <p:cNvPr id="327" name="Shape 327"/>
        <p:cNvGrpSpPr/>
        <p:nvPr/>
      </p:nvGrpSpPr>
      <p:grpSpPr>
        <a:xfrm>
          <a:off x="0" y="0"/>
          <a:ext cx="0" cy="0"/>
          <a:chOff x="0" y="0"/>
          <a:chExt cx="0" cy="0"/>
        </a:xfrm>
      </p:grpSpPr>
      <p:pic>
        <p:nvPicPr>
          <p:cNvPr id="328" name="Google Shape;328;p77"/>
          <p:cNvPicPr preferRelativeResize="0"/>
          <p:nvPr/>
        </p:nvPicPr>
        <p:blipFill rotWithShape="1">
          <a:blip r:embed="rId2">
            <a:alphaModFix/>
          </a:blip>
          <a:srcRect b="0" l="0" r="0" t="0"/>
          <a:stretch/>
        </p:blipFill>
        <p:spPr>
          <a:xfrm>
            <a:off x="0" y="2"/>
            <a:ext cx="9143998" cy="5143498"/>
          </a:xfrm>
          <a:prstGeom prst="rect">
            <a:avLst/>
          </a:prstGeom>
          <a:noFill/>
          <a:ln>
            <a:noFill/>
          </a:ln>
        </p:spPr>
      </p:pic>
      <p:sp>
        <p:nvSpPr>
          <p:cNvPr id="329" name="Google Shape;329;p77"/>
          <p:cNvSpPr/>
          <p:nvPr/>
        </p:nvSpPr>
        <p:spPr>
          <a:xfrm>
            <a:off x="0" y="0"/>
            <a:ext cx="9144000" cy="5143500"/>
          </a:xfrm>
          <a:prstGeom prst="rect">
            <a:avLst/>
          </a:prstGeom>
          <a:solidFill>
            <a:schemeClr val="accent4">
              <a:alpha val="2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30" name="Google Shape;330;p77"/>
          <p:cNvSpPr txBox="1"/>
          <p:nvPr>
            <p:ph idx="1" type="body"/>
          </p:nvPr>
        </p:nvSpPr>
        <p:spPr>
          <a:xfrm>
            <a:off x="403622" y="665164"/>
            <a:ext cx="931500" cy="931500"/>
          </a:xfrm>
          <a:prstGeom prst="rect">
            <a:avLst/>
          </a:prstGeom>
          <a:solidFill>
            <a:srgbClr val="009E49"/>
          </a:solidFill>
          <a:ln>
            <a:noFill/>
          </a:ln>
        </p:spPr>
        <p:txBody>
          <a:bodyPr anchorCtr="0" anchor="ctr" bIns="45700" lIns="0" spcFirstLastPara="1" rIns="91425" wrap="square" tIns="0">
            <a:noAutofit/>
          </a:bodyPr>
          <a:lstStyle>
            <a:lvl1pPr indent="-228600" lvl="0" marL="457200" algn="ctr">
              <a:lnSpc>
                <a:spcPct val="90000"/>
              </a:lnSpc>
              <a:spcBef>
                <a:spcPts val="750"/>
              </a:spcBef>
              <a:spcAft>
                <a:spcPts val="0"/>
              </a:spcAft>
              <a:buSzPts val="1800"/>
              <a:buNone/>
              <a:defRPr b="0" sz="1800">
                <a:solidFill>
                  <a:schemeClr val="lt1"/>
                </a:solidFill>
                <a:latin typeface="Arial Black"/>
                <a:ea typeface="Arial Black"/>
                <a:cs typeface="Arial Black"/>
                <a:sym typeface="Arial Black"/>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228600" lvl="4" marL="2286000" algn="l">
              <a:lnSpc>
                <a:spcPct val="90000"/>
              </a:lnSpc>
              <a:spcBef>
                <a:spcPts val="375"/>
              </a:spcBef>
              <a:spcAft>
                <a:spcPts val="0"/>
              </a:spcAft>
              <a:buSzPts val="1400"/>
              <a:buNone/>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31" name="Google Shape;331;p77"/>
          <p:cNvSpPr txBox="1"/>
          <p:nvPr>
            <p:ph idx="2" type="body"/>
          </p:nvPr>
        </p:nvSpPr>
        <p:spPr>
          <a:xfrm>
            <a:off x="1335122" y="665164"/>
            <a:ext cx="2808000" cy="931500"/>
          </a:xfrm>
          <a:prstGeom prst="rect">
            <a:avLst/>
          </a:prstGeom>
          <a:solidFill>
            <a:schemeClr val="lt1"/>
          </a:solidFill>
          <a:ln>
            <a:noFill/>
          </a:ln>
        </p:spPr>
        <p:txBody>
          <a:bodyPr anchorCtr="0" anchor="ctr" bIns="45700" lIns="288000" spcFirstLastPara="1" rIns="91425" wrap="square" tIns="0">
            <a:noAutofit/>
          </a:bodyPr>
          <a:lstStyle>
            <a:lvl1pPr indent="-228600" lvl="0" marL="457200" marR="0" algn="l">
              <a:lnSpc>
                <a:spcPct val="100000"/>
              </a:lnSpc>
              <a:spcBef>
                <a:spcPts val="300"/>
              </a:spcBef>
              <a:spcAft>
                <a:spcPts val="0"/>
              </a:spcAft>
              <a:buClr>
                <a:srgbClr val="529A43"/>
              </a:buClr>
              <a:buSzPts val="1500"/>
              <a:buFont typeface="Arial"/>
              <a:buNone/>
              <a:defRPr sz="15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line_4">
  <p:cSld name="Section Headline_4">
    <p:spTree>
      <p:nvGrpSpPr>
        <p:cNvPr id="332" name="Shape 332"/>
        <p:cNvGrpSpPr/>
        <p:nvPr/>
      </p:nvGrpSpPr>
      <p:grpSpPr>
        <a:xfrm>
          <a:off x="0" y="0"/>
          <a:ext cx="0" cy="0"/>
          <a:chOff x="0" y="0"/>
          <a:chExt cx="0" cy="0"/>
        </a:xfrm>
      </p:grpSpPr>
      <p:sp>
        <p:nvSpPr>
          <p:cNvPr id="333" name="Google Shape;333;p78"/>
          <p:cNvSpPr/>
          <p:nvPr/>
        </p:nvSpPr>
        <p:spPr>
          <a:xfrm>
            <a:off x="0" y="0"/>
            <a:ext cx="9144000" cy="51435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accent3"/>
              </a:solidFill>
              <a:latin typeface="Arial"/>
              <a:ea typeface="Arial"/>
              <a:cs typeface="Arial"/>
              <a:sym typeface="Arial"/>
            </a:endParaRPr>
          </a:p>
        </p:txBody>
      </p:sp>
      <p:sp>
        <p:nvSpPr>
          <p:cNvPr id="334" name="Google Shape;334;p78"/>
          <p:cNvSpPr/>
          <p:nvPr>
            <p:ph idx="2" type="pic"/>
          </p:nvPr>
        </p:nvSpPr>
        <p:spPr>
          <a:xfrm>
            <a:off x="0" y="0"/>
            <a:ext cx="9144000" cy="5143500"/>
          </a:xfrm>
          <a:prstGeom prst="rect">
            <a:avLst/>
          </a:prstGeom>
          <a:noFill/>
          <a:ln>
            <a:noFill/>
          </a:ln>
        </p:spPr>
      </p:sp>
      <p:sp>
        <p:nvSpPr>
          <p:cNvPr id="335" name="Google Shape;335;p78"/>
          <p:cNvSpPr txBox="1"/>
          <p:nvPr>
            <p:ph idx="1" type="body"/>
          </p:nvPr>
        </p:nvSpPr>
        <p:spPr>
          <a:xfrm>
            <a:off x="1298972" y="884238"/>
            <a:ext cx="931500" cy="931500"/>
          </a:xfrm>
          <a:prstGeom prst="rect">
            <a:avLst/>
          </a:prstGeom>
          <a:solidFill>
            <a:srgbClr val="009E49"/>
          </a:solidFill>
          <a:ln>
            <a:noFill/>
          </a:ln>
        </p:spPr>
        <p:txBody>
          <a:bodyPr anchorCtr="0" anchor="ctr" bIns="45700" lIns="0" spcFirstLastPara="1" rIns="91425" wrap="square" tIns="0">
            <a:noAutofit/>
          </a:bodyPr>
          <a:lstStyle>
            <a:lvl1pPr indent="-228600" lvl="0" marL="457200" algn="ctr">
              <a:lnSpc>
                <a:spcPct val="90000"/>
              </a:lnSpc>
              <a:spcBef>
                <a:spcPts val="750"/>
              </a:spcBef>
              <a:spcAft>
                <a:spcPts val="0"/>
              </a:spcAft>
              <a:buSzPts val="1800"/>
              <a:buNone/>
              <a:defRPr b="0" sz="1800">
                <a:solidFill>
                  <a:schemeClr val="lt1"/>
                </a:solidFill>
                <a:latin typeface="Arial Black"/>
                <a:ea typeface="Arial Black"/>
                <a:cs typeface="Arial Black"/>
                <a:sym typeface="Arial Black"/>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228600" lvl="4" marL="2286000" algn="l">
              <a:lnSpc>
                <a:spcPct val="90000"/>
              </a:lnSpc>
              <a:spcBef>
                <a:spcPts val="375"/>
              </a:spcBef>
              <a:spcAft>
                <a:spcPts val="0"/>
              </a:spcAft>
              <a:buSzPts val="1400"/>
              <a:buNone/>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36" name="Google Shape;336;p78"/>
          <p:cNvSpPr txBox="1"/>
          <p:nvPr>
            <p:ph idx="3" type="body"/>
          </p:nvPr>
        </p:nvSpPr>
        <p:spPr>
          <a:xfrm>
            <a:off x="2230472" y="884238"/>
            <a:ext cx="2808000" cy="931500"/>
          </a:xfrm>
          <a:prstGeom prst="rect">
            <a:avLst/>
          </a:prstGeom>
          <a:solidFill>
            <a:schemeClr val="lt1"/>
          </a:solidFill>
          <a:ln>
            <a:noFill/>
          </a:ln>
        </p:spPr>
        <p:txBody>
          <a:bodyPr anchorCtr="0" anchor="ctr" bIns="45700" lIns="288000" spcFirstLastPara="1" rIns="91425" wrap="square" tIns="0">
            <a:noAutofit/>
          </a:bodyPr>
          <a:lstStyle>
            <a:lvl1pPr indent="-228600" lvl="0" marL="457200" algn="l">
              <a:lnSpc>
                <a:spcPct val="90000"/>
              </a:lnSpc>
              <a:spcBef>
                <a:spcPts val="750"/>
              </a:spcBef>
              <a:spcAft>
                <a:spcPts val="0"/>
              </a:spcAft>
              <a:buSzPts val="1500"/>
              <a:buNone/>
              <a:defRPr sz="15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215">
          <p15:clr>
            <a:srgbClr val="FBAE40"/>
          </p15:clr>
        </p15:guide>
        <p15:guide id="2"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line_5">
  <p:cSld name="Section Headline_5">
    <p:spTree>
      <p:nvGrpSpPr>
        <p:cNvPr id="337" name="Shape 337"/>
        <p:cNvGrpSpPr/>
        <p:nvPr/>
      </p:nvGrpSpPr>
      <p:grpSpPr>
        <a:xfrm>
          <a:off x="0" y="0"/>
          <a:ext cx="0" cy="0"/>
          <a:chOff x="0" y="0"/>
          <a:chExt cx="0" cy="0"/>
        </a:xfrm>
      </p:grpSpPr>
      <p:sp>
        <p:nvSpPr>
          <p:cNvPr id="338" name="Google Shape;338;p79"/>
          <p:cNvSpPr/>
          <p:nvPr/>
        </p:nvSpPr>
        <p:spPr>
          <a:xfrm>
            <a:off x="0" y="0"/>
            <a:ext cx="9144000" cy="51435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accent3"/>
              </a:solidFill>
              <a:latin typeface="Arial"/>
              <a:ea typeface="Arial"/>
              <a:cs typeface="Arial"/>
              <a:sym typeface="Arial"/>
            </a:endParaRPr>
          </a:p>
        </p:txBody>
      </p:sp>
      <p:sp>
        <p:nvSpPr>
          <p:cNvPr id="339" name="Google Shape;339;p79"/>
          <p:cNvSpPr/>
          <p:nvPr>
            <p:ph idx="2" type="pic"/>
          </p:nvPr>
        </p:nvSpPr>
        <p:spPr>
          <a:xfrm>
            <a:off x="0" y="0"/>
            <a:ext cx="9144000" cy="5143500"/>
          </a:xfrm>
          <a:prstGeom prst="rect">
            <a:avLst/>
          </a:prstGeom>
          <a:noFill/>
          <a:ln>
            <a:noFill/>
          </a:ln>
        </p:spPr>
      </p:sp>
      <p:sp>
        <p:nvSpPr>
          <p:cNvPr id="340" name="Google Shape;340;p79"/>
          <p:cNvSpPr txBox="1"/>
          <p:nvPr>
            <p:ph idx="1" type="body"/>
          </p:nvPr>
        </p:nvSpPr>
        <p:spPr>
          <a:xfrm>
            <a:off x="4939075" y="3225498"/>
            <a:ext cx="931500" cy="931500"/>
          </a:xfrm>
          <a:prstGeom prst="rect">
            <a:avLst/>
          </a:prstGeom>
          <a:solidFill>
            <a:srgbClr val="009E49"/>
          </a:solidFill>
          <a:ln>
            <a:noFill/>
          </a:ln>
        </p:spPr>
        <p:txBody>
          <a:bodyPr anchorCtr="0" anchor="ctr" bIns="45700" lIns="0" spcFirstLastPara="1" rIns="91425" wrap="square" tIns="0">
            <a:noAutofit/>
          </a:bodyPr>
          <a:lstStyle>
            <a:lvl1pPr indent="-228600" lvl="0" marL="457200" algn="ctr">
              <a:lnSpc>
                <a:spcPct val="90000"/>
              </a:lnSpc>
              <a:spcBef>
                <a:spcPts val="750"/>
              </a:spcBef>
              <a:spcAft>
                <a:spcPts val="0"/>
              </a:spcAft>
              <a:buSzPts val="1800"/>
              <a:buNone/>
              <a:defRPr b="0" sz="1800">
                <a:solidFill>
                  <a:schemeClr val="lt1"/>
                </a:solidFill>
                <a:latin typeface="Arial Black"/>
                <a:ea typeface="Arial Black"/>
                <a:cs typeface="Arial Black"/>
                <a:sym typeface="Arial Black"/>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228600" lvl="4" marL="2286000" algn="l">
              <a:lnSpc>
                <a:spcPct val="90000"/>
              </a:lnSpc>
              <a:spcBef>
                <a:spcPts val="375"/>
              </a:spcBef>
              <a:spcAft>
                <a:spcPts val="0"/>
              </a:spcAft>
              <a:buSzPts val="1400"/>
              <a:buNone/>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41" name="Google Shape;341;p79"/>
          <p:cNvSpPr txBox="1"/>
          <p:nvPr>
            <p:ph idx="3" type="body"/>
          </p:nvPr>
        </p:nvSpPr>
        <p:spPr>
          <a:xfrm>
            <a:off x="5870575" y="3225498"/>
            <a:ext cx="2808000" cy="931500"/>
          </a:xfrm>
          <a:prstGeom prst="rect">
            <a:avLst/>
          </a:prstGeom>
          <a:solidFill>
            <a:schemeClr val="lt1"/>
          </a:solidFill>
          <a:ln>
            <a:noFill/>
          </a:ln>
        </p:spPr>
        <p:txBody>
          <a:bodyPr anchorCtr="0" anchor="ctr" bIns="45700" lIns="288000" spcFirstLastPara="1" rIns="91425" wrap="square" tIns="0">
            <a:noAutofit/>
          </a:bodyPr>
          <a:lstStyle>
            <a:lvl1pPr indent="-228600" lvl="0" marL="457200" marR="0" algn="l">
              <a:lnSpc>
                <a:spcPct val="100000"/>
              </a:lnSpc>
              <a:spcBef>
                <a:spcPts val="300"/>
              </a:spcBef>
              <a:spcAft>
                <a:spcPts val="0"/>
              </a:spcAft>
              <a:buClr>
                <a:srgbClr val="529A43"/>
              </a:buClr>
              <a:buSzPts val="1500"/>
              <a:buFont typeface="Arial"/>
              <a:buNone/>
              <a:defRPr sz="15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42" name="Shape 342"/>
        <p:cNvGrpSpPr/>
        <p:nvPr/>
      </p:nvGrpSpPr>
      <p:grpSpPr>
        <a:xfrm>
          <a:off x="0" y="0"/>
          <a:ext cx="0" cy="0"/>
          <a:chOff x="0" y="0"/>
          <a:chExt cx="0" cy="0"/>
        </a:xfrm>
      </p:grpSpPr>
      <p:cxnSp>
        <p:nvCxnSpPr>
          <p:cNvPr id="343" name="Google Shape;343;p80"/>
          <p:cNvCxnSpPr/>
          <p:nvPr/>
        </p:nvCxnSpPr>
        <p:spPr>
          <a:xfrm rot="10800000">
            <a:off x="-8" y="2749548"/>
            <a:ext cx="6096000" cy="0"/>
          </a:xfrm>
          <a:prstGeom prst="straightConnector1">
            <a:avLst/>
          </a:prstGeom>
          <a:solidFill>
            <a:schemeClr val="accent1"/>
          </a:solidFill>
          <a:ln cap="flat" cmpd="sng" w="9525">
            <a:solidFill>
              <a:schemeClr val="lt1"/>
            </a:solidFill>
            <a:prstDash val="solid"/>
            <a:round/>
            <a:headEnd len="sm" w="sm" type="none"/>
            <a:tailEnd len="sm" w="sm" type="none"/>
          </a:ln>
        </p:spPr>
      </p:cxnSp>
      <p:sp>
        <p:nvSpPr>
          <p:cNvPr id="344" name="Google Shape;344;p80"/>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 name="Google Shape;345;p80"/>
          <p:cNvSpPr txBox="1"/>
          <p:nvPr>
            <p:ph idx="1" type="body"/>
          </p:nvPr>
        </p:nvSpPr>
        <p:spPr>
          <a:xfrm>
            <a:off x="5962650" y="870348"/>
            <a:ext cx="3181200" cy="3773100"/>
          </a:xfrm>
          <a:prstGeom prst="rect">
            <a:avLst/>
          </a:prstGeom>
          <a:solidFill>
            <a:srgbClr val="C4C7C6"/>
          </a:solidFill>
          <a:ln>
            <a:noFill/>
          </a:ln>
        </p:spPr>
        <p:txBody>
          <a:bodyPr anchorCtr="0" anchor="ctr" bIns="45700" lIns="0" spcFirstLastPara="1" rIns="0" wrap="square" tIns="45700">
            <a:noAutofit/>
          </a:bodyPr>
          <a:lstStyle>
            <a:lvl1pPr indent="-228600" lvl="0" marL="457200" algn="ctr">
              <a:lnSpc>
                <a:spcPct val="90000"/>
              </a:lnSpc>
              <a:spcBef>
                <a:spcPts val="750"/>
              </a:spcBef>
              <a:spcAft>
                <a:spcPts val="0"/>
              </a:spcAft>
              <a:buSzPts val="1600"/>
              <a:buNone/>
              <a:defRPr/>
            </a:lvl1pPr>
            <a:lvl2pPr indent="-317500" lvl="1" marL="914400" algn="l">
              <a:lnSpc>
                <a:spcPct val="90000"/>
              </a:lnSpc>
              <a:spcBef>
                <a:spcPts val="375"/>
              </a:spcBef>
              <a:spcAft>
                <a:spcPts val="0"/>
              </a:spcAft>
              <a:buSzPts val="1400"/>
              <a:buChar char="•"/>
              <a:defRPr/>
            </a:lvl2pPr>
            <a:lvl3pPr indent="-317500" lvl="2" marL="1371600" algn="l">
              <a:lnSpc>
                <a:spcPct val="90000"/>
              </a:lnSpc>
              <a:spcBef>
                <a:spcPts val="375"/>
              </a:spcBef>
              <a:spcAft>
                <a:spcPts val="0"/>
              </a:spcAft>
              <a:buSzPts val="1400"/>
              <a:buChar char="•"/>
              <a:defRPr/>
            </a:lvl3pPr>
            <a:lvl4pPr indent="-317500" lvl="3" marL="1828800" algn="l">
              <a:lnSpc>
                <a:spcPct val="90000"/>
              </a:lnSpc>
              <a:spcBef>
                <a:spcPts val="375"/>
              </a:spcBef>
              <a:spcAft>
                <a:spcPts val="0"/>
              </a:spcAft>
              <a:buSzPts val="1400"/>
              <a:buChar char="•"/>
              <a:defRPr/>
            </a:lvl4pPr>
            <a:lvl5pPr indent="-317500" lvl="4" marL="2286000" algn="l">
              <a:lnSpc>
                <a:spcPct val="90000"/>
              </a:lnSpc>
              <a:spcBef>
                <a:spcPts val="375"/>
              </a:spcBef>
              <a:spcAft>
                <a:spcPts val="0"/>
              </a:spcAft>
              <a:buSzPts val="14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46" name="Google Shape;346;p80"/>
          <p:cNvSpPr txBox="1"/>
          <p:nvPr>
            <p:ph idx="2" type="body"/>
          </p:nvPr>
        </p:nvSpPr>
        <p:spPr>
          <a:xfrm>
            <a:off x="-18510" y="2759927"/>
            <a:ext cx="5981100" cy="1883400"/>
          </a:xfrm>
          <a:prstGeom prst="rect">
            <a:avLst/>
          </a:prstGeom>
          <a:solidFill>
            <a:srgbClr val="E1E3E1"/>
          </a:solidFill>
          <a:ln>
            <a:noFill/>
          </a:ln>
        </p:spPr>
        <p:txBody>
          <a:bodyPr anchorCtr="0" anchor="ctr" bIns="45700" lIns="0" spcFirstLastPara="1" rIns="0" wrap="square" tIns="45700">
            <a:noAutofit/>
          </a:bodyPr>
          <a:lstStyle>
            <a:lvl1pPr indent="-228600" lvl="0" marL="457200" algn="ctr">
              <a:lnSpc>
                <a:spcPct val="90000"/>
              </a:lnSpc>
              <a:spcBef>
                <a:spcPts val="750"/>
              </a:spcBef>
              <a:spcAft>
                <a:spcPts val="0"/>
              </a:spcAft>
              <a:buSzPts val="1600"/>
              <a:buNone/>
              <a:defRPr/>
            </a:lvl1pPr>
            <a:lvl2pPr indent="-317500" lvl="1" marL="914400" algn="l">
              <a:lnSpc>
                <a:spcPct val="90000"/>
              </a:lnSpc>
              <a:spcBef>
                <a:spcPts val="375"/>
              </a:spcBef>
              <a:spcAft>
                <a:spcPts val="0"/>
              </a:spcAft>
              <a:buSzPts val="1400"/>
              <a:buChar char="•"/>
              <a:defRPr/>
            </a:lvl2pPr>
            <a:lvl3pPr indent="-317500" lvl="2" marL="1371600" algn="l">
              <a:lnSpc>
                <a:spcPct val="90000"/>
              </a:lnSpc>
              <a:spcBef>
                <a:spcPts val="375"/>
              </a:spcBef>
              <a:spcAft>
                <a:spcPts val="0"/>
              </a:spcAft>
              <a:buSzPts val="1400"/>
              <a:buChar char="•"/>
              <a:defRPr/>
            </a:lvl3pPr>
            <a:lvl4pPr indent="-317500" lvl="3" marL="1828800" algn="l">
              <a:lnSpc>
                <a:spcPct val="90000"/>
              </a:lnSpc>
              <a:spcBef>
                <a:spcPts val="375"/>
              </a:spcBef>
              <a:spcAft>
                <a:spcPts val="0"/>
              </a:spcAft>
              <a:buSzPts val="1400"/>
              <a:buChar char="•"/>
              <a:defRPr/>
            </a:lvl4pPr>
            <a:lvl5pPr indent="-317500" lvl="4" marL="2286000" algn="l">
              <a:lnSpc>
                <a:spcPct val="90000"/>
              </a:lnSpc>
              <a:spcBef>
                <a:spcPts val="375"/>
              </a:spcBef>
              <a:spcAft>
                <a:spcPts val="0"/>
              </a:spcAft>
              <a:buSzPts val="14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47" name="Google Shape;347;p80"/>
          <p:cNvSpPr txBox="1"/>
          <p:nvPr>
            <p:ph idx="3" type="body"/>
          </p:nvPr>
        </p:nvSpPr>
        <p:spPr>
          <a:xfrm>
            <a:off x="-18510" y="870348"/>
            <a:ext cx="5981100" cy="1874100"/>
          </a:xfrm>
          <a:prstGeom prst="rect">
            <a:avLst/>
          </a:prstGeom>
          <a:solidFill>
            <a:schemeClr val="accent1"/>
          </a:solidFill>
          <a:ln>
            <a:noFill/>
          </a:ln>
        </p:spPr>
        <p:txBody>
          <a:bodyPr anchorCtr="0" anchor="ctr" bIns="45700" lIns="0" spcFirstLastPara="1" rIns="0" wrap="square" tIns="45700">
            <a:noAutofit/>
          </a:bodyPr>
          <a:lstStyle>
            <a:lvl1pPr indent="-228600" lvl="0" marL="457200" algn="ctr">
              <a:lnSpc>
                <a:spcPct val="90000"/>
              </a:lnSpc>
              <a:spcBef>
                <a:spcPts val="750"/>
              </a:spcBef>
              <a:spcAft>
                <a:spcPts val="0"/>
              </a:spcAft>
              <a:buSzPts val="1600"/>
              <a:buNone/>
              <a:defRPr>
                <a:solidFill>
                  <a:schemeClr val="lt1"/>
                </a:solidFill>
              </a:defRPr>
            </a:lvl1pPr>
            <a:lvl2pPr indent="-317500" lvl="1" marL="914400" algn="l">
              <a:lnSpc>
                <a:spcPct val="90000"/>
              </a:lnSpc>
              <a:spcBef>
                <a:spcPts val="375"/>
              </a:spcBef>
              <a:spcAft>
                <a:spcPts val="0"/>
              </a:spcAft>
              <a:buClr>
                <a:schemeClr val="lt1"/>
              </a:buClr>
              <a:buSzPts val="1400"/>
              <a:buChar char="•"/>
              <a:defRPr>
                <a:solidFill>
                  <a:schemeClr val="lt1"/>
                </a:solidFill>
              </a:defRPr>
            </a:lvl2pPr>
            <a:lvl3pPr indent="-317500" lvl="2" marL="1371600" algn="l">
              <a:lnSpc>
                <a:spcPct val="90000"/>
              </a:lnSpc>
              <a:spcBef>
                <a:spcPts val="375"/>
              </a:spcBef>
              <a:spcAft>
                <a:spcPts val="0"/>
              </a:spcAft>
              <a:buClr>
                <a:schemeClr val="lt1"/>
              </a:buClr>
              <a:buSzPts val="1400"/>
              <a:buChar char="•"/>
              <a:defRPr>
                <a:solidFill>
                  <a:schemeClr val="lt1"/>
                </a:solidFill>
              </a:defRPr>
            </a:lvl3pPr>
            <a:lvl4pPr indent="-317500" lvl="3" marL="1828800" algn="l">
              <a:lnSpc>
                <a:spcPct val="90000"/>
              </a:lnSpc>
              <a:spcBef>
                <a:spcPts val="375"/>
              </a:spcBef>
              <a:spcAft>
                <a:spcPts val="0"/>
              </a:spcAft>
              <a:buClr>
                <a:schemeClr val="lt1"/>
              </a:buClr>
              <a:buSzPts val="1400"/>
              <a:buChar char="•"/>
              <a:defRPr>
                <a:solidFill>
                  <a:schemeClr val="lt1"/>
                </a:solidFill>
              </a:defRPr>
            </a:lvl4pPr>
            <a:lvl5pPr indent="-317500" lvl="4" marL="2286000" algn="l">
              <a:lnSpc>
                <a:spcPct val="90000"/>
              </a:lnSpc>
              <a:spcBef>
                <a:spcPts val="375"/>
              </a:spcBef>
              <a:spcAft>
                <a:spcPts val="0"/>
              </a:spcAft>
              <a:buClr>
                <a:schemeClr val="lt1"/>
              </a:buClr>
              <a:buSzPts val="1400"/>
              <a:buChar char="•"/>
              <a:defRPr>
                <a:solidFill>
                  <a:schemeClr val="lt1"/>
                </a:solidFill>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48" name="Google Shape;348;p80"/>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49" name="Google Shape;349;p80"/>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80"/>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 layout 2">
    <p:spTree>
      <p:nvGrpSpPr>
        <p:cNvPr id="351" name="Shape 351"/>
        <p:cNvGrpSpPr/>
        <p:nvPr/>
      </p:nvGrpSpPr>
      <p:grpSpPr>
        <a:xfrm>
          <a:off x="0" y="0"/>
          <a:ext cx="0" cy="0"/>
          <a:chOff x="0" y="0"/>
          <a:chExt cx="0" cy="0"/>
        </a:xfrm>
      </p:grpSpPr>
      <p:sp>
        <p:nvSpPr>
          <p:cNvPr id="352" name="Google Shape;352;p81"/>
          <p:cNvSpPr/>
          <p:nvPr/>
        </p:nvSpPr>
        <p:spPr>
          <a:xfrm>
            <a:off x="0" y="870348"/>
            <a:ext cx="9144000" cy="3758700"/>
          </a:xfrm>
          <a:prstGeom prst="rect">
            <a:avLst/>
          </a:prstGeom>
          <a:solidFill>
            <a:srgbClr val="F2F2F2"/>
          </a:solidFill>
          <a:ln>
            <a:noFill/>
          </a:ln>
        </p:spPr>
        <p:txBody>
          <a:bodyPr anchorCtr="0" anchor="t" bIns="45725" lIns="91425" spcFirstLastPara="1" rIns="91425" wrap="square" tIns="45725">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Franklin Gothic"/>
              <a:ea typeface="Franklin Gothic"/>
              <a:cs typeface="Franklin Gothic"/>
              <a:sym typeface="Franklin Gothic"/>
            </a:endParaRPr>
          </a:p>
        </p:txBody>
      </p:sp>
      <p:sp>
        <p:nvSpPr>
          <p:cNvPr id="353" name="Google Shape;353;p81"/>
          <p:cNvSpPr txBox="1"/>
          <p:nvPr>
            <p:ph idx="1" type="body"/>
          </p:nvPr>
        </p:nvSpPr>
        <p:spPr>
          <a:xfrm>
            <a:off x="5962650" y="870348"/>
            <a:ext cx="3181200" cy="9396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0" lIns="0" spcFirstLastPara="1" rIns="0" wrap="square" tIns="54000">
            <a:noAutofit/>
          </a:bodyPr>
          <a:lstStyle>
            <a:lvl1pPr indent="-228600" lvl="0" marL="457200" algn="ctr">
              <a:lnSpc>
                <a:spcPct val="100000"/>
              </a:lnSpc>
              <a:spcBef>
                <a:spcPts val="300"/>
              </a:spcBef>
              <a:spcAft>
                <a:spcPts val="0"/>
              </a:spcAft>
              <a:buSzPts val="1700"/>
              <a:buFont typeface="Libre Franklin"/>
              <a:buNone/>
              <a:defRPr sz="16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54" name="Google Shape;354;p81"/>
          <p:cNvSpPr txBox="1"/>
          <p:nvPr>
            <p:ph idx="2" type="body"/>
          </p:nvPr>
        </p:nvSpPr>
        <p:spPr>
          <a:xfrm>
            <a:off x="5962650" y="1810044"/>
            <a:ext cx="3181200" cy="9396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0" lIns="0" spcFirstLastPara="1" rIns="0" wrap="square" tIns="54000">
            <a:noAutofit/>
          </a:bodyPr>
          <a:lstStyle>
            <a:lvl1pPr indent="-228600" lvl="0" marL="457200" algn="ctr">
              <a:lnSpc>
                <a:spcPct val="100000"/>
              </a:lnSpc>
              <a:spcBef>
                <a:spcPts val="300"/>
              </a:spcBef>
              <a:spcAft>
                <a:spcPts val="0"/>
              </a:spcAft>
              <a:buSzPts val="1700"/>
              <a:buFont typeface="Libre Franklin"/>
              <a:buNone/>
              <a:defRPr sz="16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55" name="Google Shape;355;p81"/>
          <p:cNvSpPr txBox="1"/>
          <p:nvPr>
            <p:ph idx="3" type="body"/>
          </p:nvPr>
        </p:nvSpPr>
        <p:spPr>
          <a:xfrm>
            <a:off x="5962650" y="2749740"/>
            <a:ext cx="3181200" cy="9396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0" lIns="0" spcFirstLastPara="1" rIns="0" wrap="square" tIns="54000">
            <a:noAutofit/>
          </a:bodyPr>
          <a:lstStyle>
            <a:lvl1pPr indent="-228600" lvl="0" marL="457200" algn="ctr">
              <a:lnSpc>
                <a:spcPct val="100000"/>
              </a:lnSpc>
              <a:spcBef>
                <a:spcPts val="300"/>
              </a:spcBef>
              <a:spcAft>
                <a:spcPts val="0"/>
              </a:spcAft>
              <a:buSzPts val="1700"/>
              <a:buFont typeface="Libre Franklin"/>
              <a:buNone/>
              <a:defRPr sz="16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56" name="Google Shape;356;p81"/>
          <p:cNvSpPr txBox="1"/>
          <p:nvPr>
            <p:ph idx="4" type="body"/>
          </p:nvPr>
        </p:nvSpPr>
        <p:spPr>
          <a:xfrm>
            <a:off x="5962650" y="3689436"/>
            <a:ext cx="3181200" cy="9396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0" lIns="0" spcFirstLastPara="1" rIns="0" wrap="square" tIns="54000">
            <a:noAutofit/>
          </a:bodyPr>
          <a:lstStyle>
            <a:lvl1pPr indent="-228600" lvl="0" marL="457200" algn="ctr">
              <a:lnSpc>
                <a:spcPct val="100000"/>
              </a:lnSpc>
              <a:spcBef>
                <a:spcPts val="300"/>
              </a:spcBef>
              <a:spcAft>
                <a:spcPts val="0"/>
              </a:spcAft>
              <a:buSzPts val="1700"/>
              <a:buFont typeface="Libre Franklin"/>
              <a:buNone/>
              <a:defRPr sz="16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57" name="Google Shape;357;p81"/>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8" name="Google Shape;358;p81"/>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59" name="Google Shape;359;p81"/>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0" name="Google Shape;360;p81"/>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 layout 3">
    <p:spTree>
      <p:nvGrpSpPr>
        <p:cNvPr id="361" name="Shape 361"/>
        <p:cNvGrpSpPr/>
        <p:nvPr/>
      </p:nvGrpSpPr>
      <p:grpSpPr>
        <a:xfrm>
          <a:off x="0" y="0"/>
          <a:ext cx="0" cy="0"/>
          <a:chOff x="0" y="0"/>
          <a:chExt cx="0" cy="0"/>
        </a:xfrm>
      </p:grpSpPr>
      <p:sp>
        <p:nvSpPr>
          <p:cNvPr id="362" name="Google Shape;362;p82"/>
          <p:cNvSpPr/>
          <p:nvPr/>
        </p:nvSpPr>
        <p:spPr>
          <a:xfrm>
            <a:off x="0" y="2764154"/>
            <a:ext cx="9144000" cy="1879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363" name="Google Shape;363;p82"/>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82"/>
          <p:cNvSpPr/>
          <p:nvPr>
            <p:ph idx="2" type="pic"/>
          </p:nvPr>
        </p:nvSpPr>
        <p:spPr>
          <a:xfrm>
            <a:off x="-1" y="879476"/>
            <a:ext cx="3048000" cy="1871700"/>
          </a:xfrm>
          <a:prstGeom prst="rect">
            <a:avLst/>
          </a:prstGeom>
          <a:noFill/>
          <a:ln>
            <a:noFill/>
          </a:ln>
        </p:spPr>
      </p:sp>
      <p:sp>
        <p:nvSpPr>
          <p:cNvPr id="365" name="Google Shape;365;p82"/>
          <p:cNvSpPr/>
          <p:nvPr>
            <p:ph idx="3" type="pic"/>
          </p:nvPr>
        </p:nvSpPr>
        <p:spPr>
          <a:xfrm>
            <a:off x="3048001" y="879475"/>
            <a:ext cx="3048000" cy="1871700"/>
          </a:xfrm>
          <a:prstGeom prst="rect">
            <a:avLst/>
          </a:prstGeom>
          <a:noFill/>
          <a:ln>
            <a:noFill/>
          </a:ln>
        </p:spPr>
      </p:sp>
      <p:sp>
        <p:nvSpPr>
          <p:cNvPr id="366" name="Google Shape;366;p82"/>
          <p:cNvSpPr/>
          <p:nvPr>
            <p:ph idx="4" type="pic"/>
          </p:nvPr>
        </p:nvSpPr>
        <p:spPr>
          <a:xfrm>
            <a:off x="6096004" y="879475"/>
            <a:ext cx="3048000" cy="1871700"/>
          </a:xfrm>
          <a:prstGeom prst="rect">
            <a:avLst/>
          </a:prstGeom>
          <a:noFill/>
          <a:ln>
            <a:noFill/>
          </a:ln>
        </p:spPr>
      </p:sp>
      <p:sp>
        <p:nvSpPr>
          <p:cNvPr id="367" name="Google Shape;367;p82"/>
          <p:cNvSpPr txBox="1"/>
          <p:nvPr>
            <p:ph idx="1" type="body"/>
          </p:nvPr>
        </p:nvSpPr>
        <p:spPr>
          <a:xfrm>
            <a:off x="-1" y="2764154"/>
            <a:ext cx="3048000" cy="1863900"/>
          </a:xfrm>
          <a:prstGeom prst="rect">
            <a:avLst/>
          </a:prstGeom>
          <a:noFill/>
          <a:ln>
            <a:noFill/>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68" name="Google Shape;368;p82"/>
          <p:cNvSpPr txBox="1"/>
          <p:nvPr>
            <p:ph idx="5" type="body"/>
          </p:nvPr>
        </p:nvSpPr>
        <p:spPr>
          <a:xfrm>
            <a:off x="6095976" y="2764154"/>
            <a:ext cx="3048000" cy="1863900"/>
          </a:xfrm>
          <a:prstGeom prst="rect">
            <a:avLst/>
          </a:prstGeom>
          <a:noFill/>
          <a:ln>
            <a:noFill/>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69" name="Google Shape;369;p82"/>
          <p:cNvSpPr txBox="1"/>
          <p:nvPr>
            <p:ph idx="6" type="body"/>
          </p:nvPr>
        </p:nvSpPr>
        <p:spPr>
          <a:xfrm>
            <a:off x="-1" y="4049438"/>
            <a:ext cx="3048000" cy="594000"/>
          </a:xfrm>
          <a:prstGeom prst="rect">
            <a:avLst/>
          </a:prstGeom>
          <a:solidFill>
            <a:schemeClr val="dk2"/>
          </a:solidFill>
          <a:ln cap="flat" cmpd="sng" w="9525">
            <a:solidFill>
              <a:schemeClr val="lt1"/>
            </a:solidFill>
            <a:prstDash val="solid"/>
            <a:round/>
            <a:headEnd len="sm" w="sm" type="none"/>
            <a:tailEnd len="sm" w="sm" type="none"/>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Thin"/>
              <a:buNone/>
              <a:defRPr b="0"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70" name="Google Shape;370;p82"/>
          <p:cNvSpPr txBox="1"/>
          <p:nvPr>
            <p:ph idx="7" type="body"/>
          </p:nvPr>
        </p:nvSpPr>
        <p:spPr>
          <a:xfrm>
            <a:off x="3047987" y="4049438"/>
            <a:ext cx="3048000" cy="594000"/>
          </a:xfrm>
          <a:prstGeom prst="rect">
            <a:avLst/>
          </a:prstGeom>
          <a:solidFill>
            <a:schemeClr val="dk2"/>
          </a:solidFill>
          <a:ln cap="flat" cmpd="sng" w="9525">
            <a:solidFill>
              <a:schemeClr val="lt1"/>
            </a:solidFill>
            <a:prstDash val="solid"/>
            <a:round/>
            <a:headEnd len="sm" w="sm" type="none"/>
            <a:tailEnd len="sm" w="sm" type="none"/>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Thin"/>
              <a:buNone/>
              <a:defRPr b="0"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71" name="Google Shape;371;p82"/>
          <p:cNvSpPr txBox="1"/>
          <p:nvPr>
            <p:ph idx="8" type="body"/>
          </p:nvPr>
        </p:nvSpPr>
        <p:spPr>
          <a:xfrm>
            <a:off x="6095976" y="4049438"/>
            <a:ext cx="3048000" cy="594000"/>
          </a:xfrm>
          <a:prstGeom prst="rect">
            <a:avLst/>
          </a:prstGeom>
          <a:solidFill>
            <a:schemeClr val="dk2"/>
          </a:solidFill>
          <a:ln cap="flat" cmpd="sng" w="9525">
            <a:solidFill>
              <a:schemeClr val="lt1"/>
            </a:solidFill>
            <a:prstDash val="solid"/>
            <a:round/>
            <a:headEnd len="sm" w="sm" type="none"/>
            <a:tailEnd len="sm" w="sm" type="none"/>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Thin"/>
              <a:buNone/>
              <a:defRPr b="0"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72" name="Google Shape;372;p82"/>
          <p:cNvSpPr txBox="1"/>
          <p:nvPr>
            <p:ph idx="9" type="body"/>
          </p:nvPr>
        </p:nvSpPr>
        <p:spPr>
          <a:xfrm>
            <a:off x="3063239" y="2764154"/>
            <a:ext cx="3048000" cy="198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73" name="Google Shape;373;p82"/>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74" name="Google Shape;374;p82"/>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5" name="Google Shape;375;p82"/>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 layout 6">
    <p:spTree>
      <p:nvGrpSpPr>
        <p:cNvPr id="376" name="Shape 376"/>
        <p:cNvGrpSpPr/>
        <p:nvPr/>
      </p:nvGrpSpPr>
      <p:grpSpPr>
        <a:xfrm>
          <a:off x="0" y="0"/>
          <a:ext cx="0" cy="0"/>
          <a:chOff x="0" y="0"/>
          <a:chExt cx="0" cy="0"/>
        </a:xfrm>
      </p:grpSpPr>
      <p:sp>
        <p:nvSpPr>
          <p:cNvPr id="377" name="Google Shape;377;p83"/>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8" name="Google Shape;378;p83"/>
          <p:cNvSpPr/>
          <p:nvPr>
            <p:ph idx="2" type="pic"/>
          </p:nvPr>
        </p:nvSpPr>
        <p:spPr>
          <a:xfrm>
            <a:off x="-1" y="879476"/>
            <a:ext cx="3048000" cy="1871700"/>
          </a:xfrm>
          <a:prstGeom prst="rect">
            <a:avLst/>
          </a:prstGeom>
          <a:noFill/>
          <a:ln>
            <a:noFill/>
          </a:ln>
        </p:spPr>
      </p:sp>
      <p:sp>
        <p:nvSpPr>
          <p:cNvPr id="379" name="Google Shape;379;p83"/>
          <p:cNvSpPr/>
          <p:nvPr>
            <p:ph idx="3" type="pic"/>
          </p:nvPr>
        </p:nvSpPr>
        <p:spPr>
          <a:xfrm>
            <a:off x="3048001" y="879475"/>
            <a:ext cx="3048000" cy="1871700"/>
          </a:xfrm>
          <a:prstGeom prst="rect">
            <a:avLst/>
          </a:prstGeom>
          <a:noFill/>
          <a:ln>
            <a:noFill/>
          </a:ln>
        </p:spPr>
      </p:sp>
      <p:sp>
        <p:nvSpPr>
          <p:cNvPr id="380" name="Google Shape;380;p83"/>
          <p:cNvSpPr/>
          <p:nvPr>
            <p:ph idx="4" type="pic"/>
          </p:nvPr>
        </p:nvSpPr>
        <p:spPr>
          <a:xfrm>
            <a:off x="6096004" y="879475"/>
            <a:ext cx="3048000" cy="1871700"/>
          </a:xfrm>
          <a:prstGeom prst="rect">
            <a:avLst/>
          </a:prstGeom>
          <a:noFill/>
          <a:ln>
            <a:noFill/>
          </a:ln>
        </p:spPr>
      </p:sp>
      <p:sp>
        <p:nvSpPr>
          <p:cNvPr id="381" name="Google Shape;381;p83"/>
          <p:cNvSpPr txBox="1"/>
          <p:nvPr>
            <p:ph idx="1" type="body"/>
          </p:nvPr>
        </p:nvSpPr>
        <p:spPr>
          <a:xfrm>
            <a:off x="-1" y="2764153"/>
            <a:ext cx="3048000" cy="4572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2" name="Google Shape;382;p83"/>
          <p:cNvSpPr txBox="1"/>
          <p:nvPr>
            <p:ph idx="5" type="body"/>
          </p:nvPr>
        </p:nvSpPr>
        <p:spPr>
          <a:xfrm>
            <a:off x="3048004" y="2764153"/>
            <a:ext cx="3048000" cy="4554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3" name="Google Shape;383;p83"/>
          <p:cNvSpPr txBox="1"/>
          <p:nvPr>
            <p:ph idx="6" type="body"/>
          </p:nvPr>
        </p:nvSpPr>
        <p:spPr>
          <a:xfrm>
            <a:off x="-1" y="3219449"/>
            <a:ext cx="3048000" cy="1440000"/>
          </a:xfrm>
          <a:prstGeom prst="rect">
            <a:avLst/>
          </a:prstGeom>
          <a:solidFill>
            <a:srgbClr val="BFBFBF"/>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4" name="Google Shape;384;p83"/>
          <p:cNvSpPr txBox="1"/>
          <p:nvPr>
            <p:ph idx="7" type="body"/>
          </p:nvPr>
        </p:nvSpPr>
        <p:spPr>
          <a:xfrm>
            <a:off x="6095993" y="2764153"/>
            <a:ext cx="3048000" cy="4554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5" name="Google Shape;385;p83"/>
          <p:cNvSpPr txBox="1"/>
          <p:nvPr>
            <p:ph idx="8" type="body"/>
          </p:nvPr>
        </p:nvSpPr>
        <p:spPr>
          <a:xfrm>
            <a:off x="6095993" y="3219449"/>
            <a:ext cx="3048000" cy="1440000"/>
          </a:xfrm>
          <a:prstGeom prst="rect">
            <a:avLst/>
          </a:prstGeom>
          <a:solidFill>
            <a:srgbClr val="BFBFBF"/>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6" name="Google Shape;386;p83"/>
          <p:cNvSpPr txBox="1"/>
          <p:nvPr>
            <p:ph idx="9" type="body"/>
          </p:nvPr>
        </p:nvSpPr>
        <p:spPr>
          <a:xfrm>
            <a:off x="3048004" y="3219449"/>
            <a:ext cx="3048000" cy="1440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87" name="Google Shape;387;p83"/>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88" name="Google Shape;388;p83"/>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9" name="Google Shape;389;p83"/>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7">
  <p:cSld name="custom layout 7">
    <p:spTree>
      <p:nvGrpSpPr>
        <p:cNvPr id="390" name="Shape 390"/>
        <p:cNvGrpSpPr/>
        <p:nvPr/>
      </p:nvGrpSpPr>
      <p:grpSpPr>
        <a:xfrm>
          <a:off x="0" y="0"/>
          <a:ext cx="0" cy="0"/>
          <a:chOff x="0" y="0"/>
          <a:chExt cx="0" cy="0"/>
        </a:xfrm>
      </p:grpSpPr>
      <p:sp>
        <p:nvSpPr>
          <p:cNvPr id="391" name="Google Shape;391;p84"/>
          <p:cNvSpPr txBox="1"/>
          <p:nvPr>
            <p:ph idx="1" type="body"/>
          </p:nvPr>
        </p:nvSpPr>
        <p:spPr>
          <a:xfrm>
            <a:off x="5976156" y="1356109"/>
            <a:ext cx="3167700" cy="2322900"/>
          </a:xfrm>
          <a:prstGeom prst="rect">
            <a:avLst/>
          </a:prstGeom>
          <a:solidFill>
            <a:srgbClr val="E1E3E1"/>
          </a:solidFill>
          <a:ln>
            <a:noFill/>
          </a:ln>
        </p:spPr>
        <p:txBody>
          <a:bodyPr anchorCtr="0" anchor="ctr" bIns="45700" lIns="216000" spcFirstLastPara="1" rIns="91425" wrap="square" tIns="45700">
            <a:no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92" name="Google Shape;392;p84"/>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3" name="Google Shape;393;p84"/>
          <p:cNvSpPr txBox="1"/>
          <p:nvPr>
            <p:ph idx="2" type="body"/>
          </p:nvPr>
        </p:nvSpPr>
        <p:spPr>
          <a:xfrm>
            <a:off x="1" y="3687365"/>
            <a:ext cx="5976900" cy="9408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94" name="Google Shape;394;p84"/>
          <p:cNvSpPr txBox="1"/>
          <p:nvPr>
            <p:ph idx="3" type="body"/>
          </p:nvPr>
        </p:nvSpPr>
        <p:spPr>
          <a:xfrm>
            <a:off x="5976902" y="3687366"/>
            <a:ext cx="3167100" cy="9408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95" name="Google Shape;395;p84"/>
          <p:cNvSpPr txBox="1"/>
          <p:nvPr>
            <p:ph idx="4" type="body"/>
          </p:nvPr>
        </p:nvSpPr>
        <p:spPr>
          <a:xfrm>
            <a:off x="0" y="1338146"/>
            <a:ext cx="5962800" cy="2340900"/>
          </a:xfrm>
          <a:prstGeom prst="rect">
            <a:avLst/>
          </a:prstGeom>
          <a:noFill/>
          <a:ln>
            <a:noFill/>
          </a:ln>
        </p:spPr>
        <p:txBody>
          <a:bodyPr anchorCtr="0" anchor="ctr" bIns="45700" lIns="216000" spcFirstLastPara="1" rIns="91425" wrap="square" tIns="45700">
            <a:no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396" name="Google Shape;396;p84"/>
          <p:cNvSpPr txBox="1"/>
          <p:nvPr>
            <p:ph idx="5" type="body"/>
          </p:nvPr>
        </p:nvSpPr>
        <p:spPr>
          <a:xfrm>
            <a:off x="-1" y="879475"/>
            <a:ext cx="9144000" cy="468300"/>
          </a:xfrm>
          <a:prstGeom prst="rect">
            <a:avLst/>
          </a:prstGeom>
          <a:solidFill>
            <a:schemeClr val="accent1"/>
          </a:solidFill>
          <a:ln>
            <a:noFill/>
          </a:ln>
        </p:spPr>
        <p:txBody>
          <a:bodyPr anchorCtr="0" anchor="ctr" bIns="0" lIns="144000" spcFirstLastPara="1" rIns="54000" wrap="square" tIns="0">
            <a:noAutofit/>
          </a:bodyPr>
          <a:lstStyle>
            <a:lvl1pPr indent="-228600" lvl="0" marL="457200" algn="l">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397" name="Google Shape;397;p84"/>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398" name="Google Shape;398;p84"/>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9" name="Google Shape;399;p84"/>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8">
  <p:cSld name="custom layout 8">
    <p:spTree>
      <p:nvGrpSpPr>
        <p:cNvPr id="400" name="Shape 400"/>
        <p:cNvGrpSpPr/>
        <p:nvPr/>
      </p:nvGrpSpPr>
      <p:grpSpPr>
        <a:xfrm>
          <a:off x="0" y="0"/>
          <a:ext cx="0" cy="0"/>
          <a:chOff x="0" y="0"/>
          <a:chExt cx="0" cy="0"/>
        </a:xfrm>
      </p:grpSpPr>
      <p:sp>
        <p:nvSpPr>
          <p:cNvPr id="401" name="Google Shape;401;p85"/>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402" name="Google Shape;402;p85"/>
          <p:cNvCxnSpPr/>
          <p:nvPr/>
        </p:nvCxnSpPr>
        <p:spPr>
          <a:xfrm>
            <a:off x="-1" y="868209"/>
            <a:ext cx="9144000" cy="0"/>
          </a:xfrm>
          <a:prstGeom prst="straightConnector1">
            <a:avLst/>
          </a:prstGeom>
          <a:noFill/>
          <a:ln cap="flat" cmpd="sng" w="9525">
            <a:solidFill>
              <a:srgbClr val="C4C7C6"/>
            </a:solidFill>
            <a:prstDash val="solid"/>
            <a:miter lim="0"/>
            <a:headEnd len="sm" w="sm" type="none"/>
            <a:tailEnd len="sm" w="sm" type="none"/>
          </a:ln>
        </p:spPr>
      </p:cxnSp>
      <p:sp>
        <p:nvSpPr>
          <p:cNvPr id="403" name="Google Shape;403;p85"/>
          <p:cNvSpPr txBox="1"/>
          <p:nvPr>
            <p:ph idx="1" type="body"/>
          </p:nvPr>
        </p:nvSpPr>
        <p:spPr>
          <a:xfrm>
            <a:off x="0" y="4156473"/>
            <a:ext cx="9144000" cy="4716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04" name="Google Shape;404;p85"/>
          <p:cNvSpPr/>
          <p:nvPr>
            <p:ph idx="2" type="pic"/>
          </p:nvPr>
        </p:nvSpPr>
        <p:spPr>
          <a:xfrm>
            <a:off x="-1" y="876301"/>
            <a:ext cx="3048000" cy="3281100"/>
          </a:xfrm>
          <a:prstGeom prst="rect">
            <a:avLst/>
          </a:prstGeom>
          <a:noFill/>
          <a:ln>
            <a:noFill/>
          </a:ln>
        </p:spPr>
      </p:sp>
      <p:sp>
        <p:nvSpPr>
          <p:cNvPr id="405" name="Google Shape;405;p85"/>
          <p:cNvSpPr/>
          <p:nvPr>
            <p:ph idx="3" type="pic"/>
          </p:nvPr>
        </p:nvSpPr>
        <p:spPr>
          <a:xfrm>
            <a:off x="6096004" y="876301"/>
            <a:ext cx="3048000" cy="3281100"/>
          </a:xfrm>
          <a:prstGeom prst="rect">
            <a:avLst/>
          </a:prstGeom>
          <a:noFill/>
          <a:ln>
            <a:noFill/>
          </a:ln>
        </p:spPr>
      </p:sp>
      <p:sp>
        <p:nvSpPr>
          <p:cNvPr id="406" name="Google Shape;406;p85"/>
          <p:cNvSpPr txBox="1"/>
          <p:nvPr>
            <p:ph idx="4" type="body"/>
          </p:nvPr>
        </p:nvSpPr>
        <p:spPr>
          <a:xfrm>
            <a:off x="3048004" y="876301"/>
            <a:ext cx="3048000" cy="32862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6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07" name="Google Shape;407;p85"/>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08" name="Google Shape;408;p85"/>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9" name="Google Shape;409;p85"/>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9">
  <p:cSld name="custom layout 9">
    <p:spTree>
      <p:nvGrpSpPr>
        <p:cNvPr id="410" name="Shape 410"/>
        <p:cNvGrpSpPr/>
        <p:nvPr/>
      </p:nvGrpSpPr>
      <p:grpSpPr>
        <a:xfrm>
          <a:off x="0" y="0"/>
          <a:ext cx="0" cy="0"/>
          <a:chOff x="0" y="0"/>
          <a:chExt cx="0" cy="0"/>
        </a:xfrm>
      </p:grpSpPr>
      <p:sp>
        <p:nvSpPr>
          <p:cNvPr id="411" name="Google Shape;411;p86"/>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2" name="Google Shape;412;p86"/>
          <p:cNvSpPr/>
          <p:nvPr>
            <p:ph idx="2" type="pic"/>
          </p:nvPr>
        </p:nvSpPr>
        <p:spPr>
          <a:xfrm>
            <a:off x="6096004" y="879475"/>
            <a:ext cx="3048000" cy="1872000"/>
          </a:xfrm>
          <a:prstGeom prst="rect">
            <a:avLst/>
          </a:prstGeom>
          <a:noFill/>
          <a:ln>
            <a:noFill/>
          </a:ln>
        </p:spPr>
      </p:sp>
      <p:sp>
        <p:nvSpPr>
          <p:cNvPr id="413" name="Google Shape;413;p86"/>
          <p:cNvSpPr/>
          <p:nvPr>
            <p:ph idx="3" type="pic"/>
          </p:nvPr>
        </p:nvSpPr>
        <p:spPr>
          <a:xfrm>
            <a:off x="6096004" y="2756056"/>
            <a:ext cx="3048000" cy="1872000"/>
          </a:xfrm>
          <a:prstGeom prst="rect">
            <a:avLst/>
          </a:prstGeom>
          <a:noFill/>
          <a:ln>
            <a:noFill/>
          </a:ln>
        </p:spPr>
      </p:sp>
      <p:sp>
        <p:nvSpPr>
          <p:cNvPr id="414" name="Google Shape;414;p86"/>
          <p:cNvSpPr/>
          <p:nvPr>
            <p:ph idx="4" type="pic"/>
          </p:nvPr>
        </p:nvSpPr>
        <p:spPr>
          <a:xfrm>
            <a:off x="3048008" y="879475"/>
            <a:ext cx="3048000" cy="1872000"/>
          </a:xfrm>
          <a:prstGeom prst="rect">
            <a:avLst/>
          </a:prstGeom>
          <a:noFill/>
          <a:ln>
            <a:noFill/>
          </a:ln>
        </p:spPr>
      </p:sp>
      <p:sp>
        <p:nvSpPr>
          <p:cNvPr id="415" name="Google Shape;415;p86"/>
          <p:cNvSpPr/>
          <p:nvPr>
            <p:ph idx="5" type="pic"/>
          </p:nvPr>
        </p:nvSpPr>
        <p:spPr>
          <a:xfrm>
            <a:off x="3048008" y="2756056"/>
            <a:ext cx="3048000" cy="1872000"/>
          </a:xfrm>
          <a:prstGeom prst="rect">
            <a:avLst/>
          </a:prstGeom>
          <a:noFill/>
          <a:ln>
            <a:noFill/>
          </a:ln>
        </p:spPr>
      </p:sp>
      <p:sp>
        <p:nvSpPr>
          <p:cNvPr id="416" name="Google Shape;416;p86"/>
          <p:cNvSpPr txBox="1"/>
          <p:nvPr>
            <p:ph idx="1" type="body"/>
          </p:nvPr>
        </p:nvSpPr>
        <p:spPr>
          <a:xfrm>
            <a:off x="-12" y="2751534"/>
            <a:ext cx="1524000" cy="1872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700"/>
              <a:buFont typeface="Libre Franklin Thin"/>
              <a:buNone/>
              <a:defRPr sz="17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17" name="Google Shape;417;p86"/>
          <p:cNvSpPr txBox="1"/>
          <p:nvPr>
            <p:ph idx="6" type="body"/>
          </p:nvPr>
        </p:nvSpPr>
        <p:spPr>
          <a:xfrm>
            <a:off x="-1" y="879475"/>
            <a:ext cx="3048000" cy="4683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18" name="Google Shape;418;p86"/>
          <p:cNvSpPr txBox="1"/>
          <p:nvPr>
            <p:ph idx="7" type="body"/>
          </p:nvPr>
        </p:nvSpPr>
        <p:spPr>
          <a:xfrm>
            <a:off x="-1" y="1348781"/>
            <a:ext cx="3048000" cy="700800"/>
          </a:xfrm>
          <a:prstGeom prst="rect">
            <a:avLst/>
          </a:prstGeom>
          <a:solidFill>
            <a:srgbClr val="D8D8D8"/>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19" name="Google Shape;419;p86"/>
          <p:cNvSpPr txBox="1"/>
          <p:nvPr>
            <p:ph idx="8" type="body"/>
          </p:nvPr>
        </p:nvSpPr>
        <p:spPr>
          <a:xfrm>
            <a:off x="-1" y="2049656"/>
            <a:ext cx="3048000" cy="697500"/>
          </a:xfrm>
          <a:prstGeom prst="rect">
            <a:avLst/>
          </a:prstGeom>
          <a:solidFill>
            <a:srgbClr val="D8D8D8"/>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20" name="Google Shape;420;p86"/>
          <p:cNvSpPr txBox="1"/>
          <p:nvPr>
            <p:ph idx="9" type="body"/>
          </p:nvPr>
        </p:nvSpPr>
        <p:spPr>
          <a:xfrm>
            <a:off x="1523999" y="2751534"/>
            <a:ext cx="1524000" cy="1872000"/>
          </a:xfrm>
          <a:prstGeom prst="rect">
            <a:avLst/>
          </a:prstGeom>
          <a:solidFill>
            <a:srgbClr val="D8D8D8"/>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100000"/>
              </a:lnSpc>
              <a:spcBef>
                <a:spcPts val="300"/>
              </a:spcBef>
              <a:spcAft>
                <a:spcPts val="0"/>
              </a:spcAft>
              <a:buSzPts val="1700"/>
              <a:buFont typeface="Libre Franklin Thin"/>
              <a:buNone/>
              <a:defRPr sz="17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21" name="Google Shape;421;p86"/>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22" name="Google Shape;422;p86"/>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3" name="Google Shape;423;p86"/>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0">
  <p:cSld name="custom layout 10">
    <p:spTree>
      <p:nvGrpSpPr>
        <p:cNvPr id="424" name="Shape 424"/>
        <p:cNvGrpSpPr/>
        <p:nvPr/>
      </p:nvGrpSpPr>
      <p:grpSpPr>
        <a:xfrm>
          <a:off x="0" y="0"/>
          <a:ext cx="0" cy="0"/>
          <a:chOff x="0" y="0"/>
          <a:chExt cx="0" cy="0"/>
        </a:xfrm>
      </p:grpSpPr>
      <p:sp>
        <p:nvSpPr>
          <p:cNvPr id="425" name="Google Shape;425;p87"/>
          <p:cNvSpPr txBox="1"/>
          <p:nvPr>
            <p:ph idx="1" type="body"/>
          </p:nvPr>
        </p:nvSpPr>
        <p:spPr>
          <a:xfrm>
            <a:off x="6857775" y="870347"/>
            <a:ext cx="2286300" cy="1260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26" name="Google Shape;426;p87"/>
          <p:cNvSpPr txBox="1"/>
          <p:nvPr>
            <p:ph idx="2" type="body"/>
          </p:nvPr>
        </p:nvSpPr>
        <p:spPr>
          <a:xfrm>
            <a:off x="6857775" y="2119209"/>
            <a:ext cx="2286300" cy="1260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27" name="Google Shape;427;p87"/>
          <p:cNvSpPr txBox="1"/>
          <p:nvPr>
            <p:ph idx="3" type="body"/>
          </p:nvPr>
        </p:nvSpPr>
        <p:spPr>
          <a:xfrm>
            <a:off x="6857775" y="3368072"/>
            <a:ext cx="2286300" cy="1260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28" name="Google Shape;428;p87"/>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9" name="Google Shape;429;p87"/>
          <p:cNvSpPr/>
          <p:nvPr>
            <p:ph idx="4" type="pic"/>
          </p:nvPr>
        </p:nvSpPr>
        <p:spPr>
          <a:xfrm>
            <a:off x="0" y="879476"/>
            <a:ext cx="2286000" cy="3276900"/>
          </a:xfrm>
          <a:prstGeom prst="rect">
            <a:avLst/>
          </a:prstGeom>
          <a:noFill/>
          <a:ln>
            <a:noFill/>
          </a:ln>
        </p:spPr>
      </p:sp>
      <p:sp>
        <p:nvSpPr>
          <p:cNvPr id="430" name="Google Shape;430;p87"/>
          <p:cNvSpPr/>
          <p:nvPr>
            <p:ph idx="5" type="pic"/>
          </p:nvPr>
        </p:nvSpPr>
        <p:spPr>
          <a:xfrm>
            <a:off x="4571960" y="879475"/>
            <a:ext cx="2286000" cy="3276900"/>
          </a:xfrm>
          <a:prstGeom prst="rect">
            <a:avLst/>
          </a:prstGeom>
          <a:noFill/>
          <a:ln>
            <a:noFill/>
          </a:ln>
        </p:spPr>
      </p:sp>
      <p:sp>
        <p:nvSpPr>
          <p:cNvPr id="431" name="Google Shape;431;p87"/>
          <p:cNvSpPr txBox="1"/>
          <p:nvPr>
            <p:ph idx="6" type="body"/>
          </p:nvPr>
        </p:nvSpPr>
        <p:spPr>
          <a:xfrm>
            <a:off x="-1" y="4156472"/>
            <a:ext cx="2286000" cy="471600"/>
          </a:xfrm>
          <a:prstGeom prst="rect">
            <a:avLst/>
          </a:prstGeom>
          <a:solidFill>
            <a:schemeClr val="accent1"/>
          </a:solidFill>
          <a:ln>
            <a:noFill/>
          </a:ln>
        </p:spPr>
        <p:txBody>
          <a:bodyPr anchorCtr="0" anchor="t" bIns="0" lIns="0" spcFirstLastPara="1" rIns="0" wrap="square" tIns="108000">
            <a:noAutofit/>
          </a:bodyPr>
          <a:lstStyle>
            <a:lvl1pPr indent="-228600" lvl="0" marL="457200" algn="ctr">
              <a:lnSpc>
                <a:spcPct val="100000"/>
              </a:lnSpc>
              <a:spcBef>
                <a:spcPts val="200"/>
              </a:spcBef>
              <a:spcAft>
                <a:spcPts val="0"/>
              </a:spcAft>
              <a:buSzPts val="1200"/>
              <a:buFont typeface="Libre Franklin Th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32" name="Google Shape;432;p87"/>
          <p:cNvSpPr txBox="1"/>
          <p:nvPr>
            <p:ph idx="7" type="body"/>
          </p:nvPr>
        </p:nvSpPr>
        <p:spPr>
          <a:xfrm>
            <a:off x="4571888" y="4156472"/>
            <a:ext cx="2286000" cy="471600"/>
          </a:xfrm>
          <a:prstGeom prst="rect">
            <a:avLst/>
          </a:prstGeom>
          <a:solidFill>
            <a:schemeClr val="accent1"/>
          </a:solidFill>
          <a:ln>
            <a:noFill/>
          </a:ln>
        </p:spPr>
        <p:txBody>
          <a:bodyPr anchorCtr="0" anchor="t" bIns="0" lIns="0" spcFirstLastPara="1" rIns="0" wrap="square" tIns="108000">
            <a:noAutofit/>
          </a:bodyPr>
          <a:lstStyle>
            <a:lvl1pPr indent="-304800" lvl="0" marL="457200" algn="ctr">
              <a:lnSpc>
                <a:spcPct val="100000"/>
              </a:lnSpc>
              <a:spcBef>
                <a:spcPts val="200"/>
              </a:spcBef>
              <a:spcAft>
                <a:spcPts val="0"/>
              </a:spcAft>
              <a:buSzPts val="1200"/>
              <a:buFont typeface="Libre Franklin Thin"/>
              <a:buChar char="•"/>
              <a:defRPr sz="1200">
                <a:solidFill>
                  <a:schemeClr val="lt1"/>
                </a:solidFill>
                <a:latin typeface="Arial"/>
                <a:ea typeface="Arial"/>
                <a:cs typeface="Arial"/>
                <a:sym typeface="Aria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33" name="Google Shape;433;p87"/>
          <p:cNvSpPr/>
          <p:nvPr>
            <p:ph idx="8" type="pic"/>
          </p:nvPr>
        </p:nvSpPr>
        <p:spPr>
          <a:xfrm>
            <a:off x="2285811" y="879475"/>
            <a:ext cx="2286000" cy="3276900"/>
          </a:xfrm>
          <a:prstGeom prst="rect">
            <a:avLst/>
          </a:prstGeom>
          <a:noFill/>
          <a:ln>
            <a:noFill/>
          </a:ln>
        </p:spPr>
      </p:sp>
      <p:sp>
        <p:nvSpPr>
          <p:cNvPr id="434" name="Google Shape;434;p87"/>
          <p:cNvSpPr txBox="1"/>
          <p:nvPr>
            <p:ph idx="9" type="body"/>
          </p:nvPr>
        </p:nvSpPr>
        <p:spPr>
          <a:xfrm>
            <a:off x="2285811" y="4156472"/>
            <a:ext cx="2286000" cy="471600"/>
          </a:xfrm>
          <a:prstGeom prst="rect">
            <a:avLst/>
          </a:prstGeom>
          <a:solidFill>
            <a:schemeClr val="dk2"/>
          </a:solidFill>
          <a:ln>
            <a:noFill/>
          </a:ln>
        </p:spPr>
        <p:txBody>
          <a:bodyPr anchorCtr="0" anchor="t" bIns="0" lIns="0" spcFirstLastPara="1" rIns="0" wrap="square" tIns="108000">
            <a:noAutofit/>
          </a:bodyPr>
          <a:lstStyle>
            <a:lvl1pPr indent="-304800" lvl="0" marL="457200" algn="ctr">
              <a:lnSpc>
                <a:spcPct val="100000"/>
              </a:lnSpc>
              <a:spcBef>
                <a:spcPts val="200"/>
              </a:spcBef>
              <a:spcAft>
                <a:spcPts val="0"/>
              </a:spcAft>
              <a:buSzPts val="1200"/>
              <a:buFont typeface="Libre Franklin Thin"/>
              <a:buChar char="•"/>
              <a:defRPr sz="1200">
                <a:solidFill>
                  <a:schemeClr val="lt1"/>
                </a:solidFill>
                <a:latin typeface="Arial"/>
                <a:ea typeface="Arial"/>
                <a:cs typeface="Arial"/>
                <a:sym typeface="Aria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cxnSp>
        <p:nvCxnSpPr>
          <p:cNvPr id="435" name="Google Shape;435;p87"/>
          <p:cNvCxnSpPr/>
          <p:nvPr/>
        </p:nvCxnSpPr>
        <p:spPr>
          <a:xfrm>
            <a:off x="6857775" y="2119209"/>
            <a:ext cx="2286300" cy="0"/>
          </a:xfrm>
          <a:prstGeom prst="straightConnector1">
            <a:avLst/>
          </a:prstGeom>
          <a:noFill/>
          <a:ln cap="flat" cmpd="sng" w="12700">
            <a:solidFill>
              <a:schemeClr val="lt1"/>
            </a:solidFill>
            <a:prstDash val="solid"/>
            <a:miter lim="0"/>
            <a:headEnd len="sm" w="sm" type="none"/>
            <a:tailEnd len="sm" w="sm" type="none"/>
          </a:ln>
        </p:spPr>
      </p:cxnSp>
      <p:cxnSp>
        <p:nvCxnSpPr>
          <p:cNvPr id="436" name="Google Shape;436;p87"/>
          <p:cNvCxnSpPr/>
          <p:nvPr/>
        </p:nvCxnSpPr>
        <p:spPr>
          <a:xfrm>
            <a:off x="6857775" y="3371937"/>
            <a:ext cx="2286300" cy="0"/>
          </a:xfrm>
          <a:prstGeom prst="straightConnector1">
            <a:avLst/>
          </a:prstGeom>
          <a:noFill/>
          <a:ln cap="flat" cmpd="sng" w="12700">
            <a:solidFill>
              <a:schemeClr val="lt1"/>
            </a:solidFill>
            <a:prstDash val="solid"/>
            <a:miter lim="0"/>
            <a:headEnd len="sm" w="sm" type="none"/>
            <a:tailEnd len="sm" w="sm" type="none"/>
          </a:ln>
        </p:spPr>
      </p:cxnSp>
      <p:sp>
        <p:nvSpPr>
          <p:cNvPr id="437" name="Google Shape;437;p87"/>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38" name="Google Shape;438;p87"/>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87"/>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p:cSld name="custom layout 11">
    <p:spTree>
      <p:nvGrpSpPr>
        <p:cNvPr id="440" name="Shape 440"/>
        <p:cNvGrpSpPr/>
        <p:nvPr/>
      </p:nvGrpSpPr>
      <p:grpSpPr>
        <a:xfrm>
          <a:off x="0" y="0"/>
          <a:ext cx="0" cy="0"/>
          <a:chOff x="0" y="0"/>
          <a:chExt cx="0" cy="0"/>
        </a:xfrm>
      </p:grpSpPr>
      <p:sp>
        <p:nvSpPr>
          <p:cNvPr id="441" name="Google Shape;441;p88"/>
          <p:cNvSpPr txBox="1"/>
          <p:nvPr>
            <p:ph idx="1" type="body"/>
          </p:nvPr>
        </p:nvSpPr>
        <p:spPr>
          <a:xfrm>
            <a:off x="6443663" y="870347"/>
            <a:ext cx="2700600" cy="12588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2" name="Google Shape;442;p88"/>
          <p:cNvSpPr txBox="1"/>
          <p:nvPr>
            <p:ph idx="2" type="body"/>
          </p:nvPr>
        </p:nvSpPr>
        <p:spPr>
          <a:xfrm>
            <a:off x="6443663" y="2135557"/>
            <a:ext cx="2700600" cy="12366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3" name="Google Shape;443;p88"/>
          <p:cNvSpPr txBox="1"/>
          <p:nvPr>
            <p:ph idx="3" type="body"/>
          </p:nvPr>
        </p:nvSpPr>
        <p:spPr>
          <a:xfrm>
            <a:off x="6443663" y="3378568"/>
            <a:ext cx="2700600" cy="1245900"/>
          </a:xfrm>
          <a:prstGeom prst="rect">
            <a:avLst/>
          </a:prstGeom>
          <a:solidFill>
            <a:schemeClr val="accent1"/>
          </a:solidFill>
          <a:ln>
            <a:noFill/>
          </a:ln>
        </p:spPr>
        <p:txBody>
          <a:bodyPr anchorCtr="0" anchor="ctr" bIns="0" lIns="0" spcFirstLastPara="1" rIns="0" wrap="square" tIns="0">
            <a:noAutofit/>
          </a:bodyPr>
          <a:lstStyle>
            <a:lvl1pPr indent="-304800" lvl="0" marL="457200" algn="ctr">
              <a:lnSpc>
                <a:spcPct val="100000"/>
              </a:lnSpc>
              <a:spcBef>
                <a:spcPts val="200"/>
              </a:spcBef>
              <a:spcAft>
                <a:spcPts val="0"/>
              </a:spcAft>
              <a:buSzPts val="12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4" name="Google Shape;444;p88"/>
          <p:cNvSpPr txBox="1"/>
          <p:nvPr>
            <p:ph idx="4" type="body"/>
          </p:nvPr>
        </p:nvSpPr>
        <p:spPr>
          <a:xfrm>
            <a:off x="0" y="870347"/>
            <a:ext cx="2700600" cy="12588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5" name="Google Shape;445;p88"/>
          <p:cNvSpPr txBox="1"/>
          <p:nvPr>
            <p:ph idx="5" type="body"/>
          </p:nvPr>
        </p:nvSpPr>
        <p:spPr>
          <a:xfrm>
            <a:off x="0" y="2135557"/>
            <a:ext cx="2700600" cy="12366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6" name="Google Shape;446;p88"/>
          <p:cNvSpPr txBox="1"/>
          <p:nvPr>
            <p:ph idx="6" type="body"/>
          </p:nvPr>
        </p:nvSpPr>
        <p:spPr>
          <a:xfrm>
            <a:off x="0" y="3378568"/>
            <a:ext cx="2700600" cy="1245900"/>
          </a:xfrm>
          <a:prstGeom prst="rect">
            <a:avLst/>
          </a:prstGeom>
          <a:solidFill>
            <a:schemeClr val="accent1"/>
          </a:solidFill>
          <a:ln>
            <a:noFill/>
          </a:ln>
        </p:spPr>
        <p:txBody>
          <a:bodyPr anchorCtr="0" anchor="ctr" bIns="0" lIns="0" spcFirstLastPara="1" rIns="0" wrap="square" tIns="0">
            <a:noAutofit/>
          </a:bodyPr>
          <a:lstStyle>
            <a:lvl1pPr indent="-304800" lvl="0" marL="457200" algn="ctr">
              <a:lnSpc>
                <a:spcPct val="100000"/>
              </a:lnSpc>
              <a:spcBef>
                <a:spcPts val="200"/>
              </a:spcBef>
              <a:spcAft>
                <a:spcPts val="0"/>
              </a:spcAft>
              <a:buSzPts val="12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47" name="Google Shape;447;p88"/>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8" name="Google Shape;448;p88"/>
          <p:cNvSpPr/>
          <p:nvPr>
            <p:ph idx="7" type="pic"/>
          </p:nvPr>
        </p:nvSpPr>
        <p:spPr>
          <a:xfrm>
            <a:off x="2700338" y="879475"/>
            <a:ext cx="3758100" cy="3744900"/>
          </a:xfrm>
          <a:prstGeom prst="rect">
            <a:avLst/>
          </a:prstGeom>
          <a:noFill/>
          <a:ln>
            <a:noFill/>
          </a:ln>
        </p:spPr>
      </p:sp>
      <p:cxnSp>
        <p:nvCxnSpPr>
          <p:cNvPr id="449" name="Google Shape;449;p88"/>
          <p:cNvCxnSpPr/>
          <p:nvPr/>
        </p:nvCxnSpPr>
        <p:spPr>
          <a:xfrm>
            <a:off x="6443663" y="2119209"/>
            <a:ext cx="2700300" cy="0"/>
          </a:xfrm>
          <a:prstGeom prst="straightConnector1">
            <a:avLst/>
          </a:prstGeom>
          <a:noFill/>
          <a:ln cap="flat" cmpd="sng" w="12700">
            <a:solidFill>
              <a:schemeClr val="lt1"/>
            </a:solidFill>
            <a:prstDash val="solid"/>
            <a:miter lim="0"/>
            <a:headEnd len="sm" w="sm" type="none"/>
            <a:tailEnd len="sm" w="sm" type="none"/>
          </a:ln>
        </p:spPr>
      </p:cxnSp>
      <p:cxnSp>
        <p:nvCxnSpPr>
          <p:cNvPr id="450" name="Google Shape;450;p88"/>
          <p:cNvCxnSpPr/>
          <p:nvPr/>
        </p:nvCxnSpPr>
        <p:spPr>
          <a:xfrm>
            <a:off x="6443663" y="3371937"/>
            <a:ext cx="2700300" cy="0"/>
          </a:xfrm>
          <a:prstGeom prst="straightConnector1">
            <a:avLst/>
          </a:prstGeom>
          <a:noFill/>
          <a:ln cap="flat" cmpd="sng" w="12700">
            <a:solidFill>
              <a:schemeClr val="lt1"/>
            </a:solidFill>
            <a:prstDash val="solid"/>
            <a:miter lim="0"/>
            <a:headEnd len="sm" w="sm" type="none"/>
            <a:tailEnd len="sm" w="sm" type="none"/>
          </a:ln>
        </p:spPr>
      </p:cxnSp>
      <p:cxnSp>
        <p:nvCxnSpPr>
          <p:cNvPr id="451" name="Google Shape;451;p88"/>
          <p:cNvCxnSpPr/>
          <p:nvPr/>
        </p:nvCxnSpPr>
        <p:spPr>
          <a:xfrm>
            <a:off x="-2857" y="2119209"/>
            <a:ext cx="2700300" cy="0"/>
          </a:xfrm>
          <a:prstGeom prst="straightConnector1">
            <a:avLst/>
          </a:prstGeom>
          <a:noFill/>
          <a:ln cap="flat" cmpd="sng" w="12700">
            <a:solidFill>
              <a:schemeClr val="lt1"/>
            </a:solidFill>
            <a:prstDash val="solid"/>
            <a:miter lim="0"/>
            <a:headEnd len="sm" w="sm" type="none"/>
            <a:tailEnd len="sm" w="sm" type="none"/>
          </a:ln>
        </p:spPr>
      </p:cxnSp>
      <p:cxnSp>
        <p:nvCxnSpPr>
          <p:cNvPr id="452" name="Google Shape;452;p88"/>
          <p:cNvCxnSpPr/>
          <p:nvPr/>
        </p:nvCxnSpPr>
        <p:spPr>
          <a:xfrm>
            <a:off x="-2857" y="3371937"/>
            <a:ext cx="2700300" cy="0"/>
          </a:xfrm>
          <a:prstGeom prst="straightConnector1">
            <a:avLst/>
          </a:prstGeom>
          <a:noFill/>
          <a:ln cap="flat" cmpd="sng" w="12700">
            <a:solidFill>
              <a:schemeClr val="lt1"/>
            </a:solidFill>
            <a:prstDash val="solid"/>
            <a:miter lim="0"/>
            <a:headEnd len="sm" w="sm" type="none"/>
            <a:tailEnd len="sm" w="sm" type="none"/>
          </a:ln>
        </p:spPr>
      </p:cxnSp>
      <p:sp>
        <p:nvSpPr>
          <p:cNvPr id="453" name="Google Shape;453;p88"/>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54" name="Google Shape;454;p88"/>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5" name="Google Shape;455;p88"/>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p:cSld name="custom layout 12">
    <p:spTree>
      <p:nvGrpSpPr>
        <p:cNvPr id="456" name="Shape 456"/>
        <p:cNvGrpSpPr/>
        <p:nvPr/>
      </p:nvGrpSpPr>
      <p:grpSpPr>
        <a:xfrm>
          <a:off x="0" y="0"/>
          <a:ext cx="0" cy="0"/>
          <a:chOff x="0" y="0"/>
          <a:chExt cx="0" cy="0"/>
        </a:xfrm>
      </p:grpSpPr>
      <p:sp>
        <p:nvSpPr>
          <p:cNvPr id="457" name="Google Shape;457;p89"/>
          <p:cNvSpPr txBox="1"/>
          <p:nvPr>
            <p:ph idx="1" type="body"/>
          </p:nvPr>
        </p:nvSpPr>
        <p:spPr>
          <a:xfrm>
            <a:off x="3047996" y="1347787"/>
            <a:ext cx="3048000" cy="819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58" name="Google Shape;458;p89"/>
          <p:cNvSpPr txBox="1"/>
          <p:nvPr>
            <p:ph idx="2" type="body"/>
          </p:nvPr>
        </p:nvSpPr>
        <p:spPr>
          <a:xfrm>
            <a:off x="3047996" y="3805237"/>
            <a:ext cx="3048000" cy="819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59" name="Google Shape;459;p89"/>
          <p:cNvSpPr txBox="1"/>
          <p:nvPr>
            <p:ph idx="3" type="body"/>
          </p:nvPr>
        </p:nvSpPr>
        <p:spPr>
          <a:xfrm>
            <a:off x="3047996" y="2986087"/>
            <a:ext cx="3048000" cy="819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60" name="Google Shape;460;p89"/>
          <p:cNvSpPr txBox="1"/>
          <p:nvPr>
            <p:ph idx="4" type="body"/>
          </p:nvPr>
        </p:nvSpPr>
        <p:spPr>
          <a:xfrm>
            <a:off x="3047996" y="2166937"/>
            <a:ext cx="3048000" cy="819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61" name="Google Shape;461;p89"/>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2" name="Google Shape;462;p89"/>
          <p:cNvSpPr txBox="1"/>
          <p:nvPr>
            <p:ph idx="5" type="body"/>
          </p:nvPr>
        </p:nvSpPr>
        <p:spPr>
          <a:xfrm>
            <a:off x="-1" y="879475"/>
            <a:ext cx="9144000" cy="468300"/>
          </a:xfrm>
          <a:prstGeom prst="rect">
            <a:avLst/>
          </a:prstGeom>
          <a:solidFill>
            <a:schemeClr val="accent1"/>
          </a:solidFill>
          <a:ln>
            <a:noFill/>
          </a:ln>
        </p:spPr>
        <p:txBody>
          <a:bodyPr anchorCtr="0" anchor="ctr" bIns="0" lIns="27000" spcFirstLastPara="1" rIns="54000" wrap="square" tIns="0">
            <a:noAutofit/>
          </a:bodyPr>
          <a:lstStyle>
            <a:lvl1pPr indent="-228600" lvl="0" marL="457200" algn="l">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63" name="Google Shape;463;p89"/>
          <p:cNvSpPr/>
          <p:nvPr>
            <p:ph idx="6" type="pic"/>
          </p:nvPr>
        </p:nvSpPr>
        <p:spPr>
          <a:xfrm>
            <a:off x="-1" y="1347788"/>
            <a:ext cx="3048000" cy="3276600"/>
          </a:xfrm>
          <a:prstGeom prst="rect">
            <a:avLst/>
          </a:prstGeom>
          <a:noFill/>
          <a:ln>
            <a:noFill/>
          </a:ln>
        </p:spPr>
      </p:sp>
      <p:sp>
        <p:nvSpPr>
          <p:cNvPr id="464" name="Google Shape;464;p89"/>
          <p:cNvSpPr/>
          <p:nvPr>
            <p:ph idx="7" type="pic"/>
          </p:nvPr>
        </p:nvSpPr>
        <p:spPr>
          <a:xfrm>
            <a:off x="6096004" y="1347787"/>
            <a:ext cx="3048000" cy="3276600"/>
          </a:xfrm>
          <a:prstGeom prst="rect">
            <a:avLst/>
          </a:prstGeom>
          <a:noFill/>
          <a:ln>
            <a:noFill/>
          </a:ln>
        </p:spPr>
      </p:sp>
      <p:cxnSp>
        <p:nvCxnSpPr>
          <p:cNvPr id="465" name="Google Shape;465;p89"/>
          <p:cNvCxnSpPr/>
          <p:nvPr/>
        </p:nvCxnSpPr>
        <p:spPr>
          <a:xfrm>
            <a:off x="3047996" y="2137497"/>
            <a:ext cx="3048000" cy="0"/>
          </a:xfrm>
          <a:prstGeom prst="straightConnector1">
            <a:avLst/>
          </a:prstGeom>
          <a:noFill/>
          <a:ln cap="flat" cmpd="sng" w="12700">
            <a:solidFill>
              <a:schemeClr val="lt1"/>
            </a:solidFill>
            <a:prstDash val="solid"/>
            <a:miter lim="0"/>
            <a:headEnd len="sm" w="sm" type="none"/>
            <a:tailEnd len="sm" w="sm" type="none"/>
          </a:ln>
        </p:spPr>
      </p:cxnSp>
      <p:cxnSp>
        <p:nvCxnSpPr>
          <p:cNvPr id="466" name="Google Shape;466;p89"/>
          <p:cNvCxnSpPr/>
          <p:nvPr/>
        </p:nvCxnSpPr>
        <p:spPr>
          <a:xfrm>
            <a:off x="3047996" y="2987889"/>
            <a:ext cx="3048000" cy="0"/>
          </a:xfrm>
          <a:prstGeom prst="straightConnector1">
            <a:avLst/>
          </a:prstGeom>
          <a:noFill/>
          <a:ln cap="flat" cmpd="sng" w="12700">
            <a:solidFill>
              <a:schemeClr val="lt1"/>
            </a:solidFill>
            <a:prstDash val="solid"/>
            <a:miter lim="0"/>
            <a:headEnd len="sm" w="sm" type="none"/>
            <a:tailEnd len="sm" w="sm" type="none"/>
          </a:ln>
        </p:spPr>
      </p:cxnSp>
      <p:cxnSp>
        <p:nvCxnSpPr>
          <p:cNvPr id="467" name="Google Shape;467;p89"/>
          <p:cNvCxnSpPr/>
          <p:nvPr/>
        </p:nvCxnSpPr>
        <p:spPr>
          <a:xfrm>
            <a:off x="3047996" y="3810849"/>
            <a:ext cx="3048000" cy="0"/>
          </a:xfrm>
          <a:prstGeom prst="straightConnector1">
            <a:avLst/>
          </a:prstGeom>
          <a:noFill/>
          <a:ln cap="flat" cmpd="sng" w="12700">
            <a:solidFill>
              <a:schemeClr val="lt1"/>
            </a:solidFill>
            <a:prstDash val="solid"/>
            <a:miter lim="0"/>
            <a:headEnd len="sm" w="sm" type="none"/>
            <a:tailEnd len="sm" w="sm" type="none"/>
          </a:ln>
        </p:spPr>
      </p:cxnSp>
      <p:sp>
        <p:nvSpPr>
          <p:cNvPr id="468" name="Google Shape;468;p89"/>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69" name="Google Shape;469;p89"/>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0" name="Google Shape;470;p89"/>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3">
  <p:cSld name="custom layout 13">
    <p:spTree>
      <p:nvGrpSpPr>
        <p:cNvPr id="471" name="Shape 471"/>
        <p:cNvGrpSpPr/>
        <p:nvPr/>
      </p:nvGrpSpPr>
      <p:grpSpPr>
        <a:xfrm>
          <a:off x="0" y="0"/>
          <a:ext cx="0" cy="0"/>
          <a:chOff x="0" y="0"/>
          <a:chExt cx="0" cy="0"/>
        </a:xfrm>
      </p:grpSpPr>
      <p:sp>
        <p:nvSpPr>
          <p:cNvPr id="472" name="Google Shape;472;p90"/>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3" name="Google Shape;473;p90"/>
          <p:cNvSpPr/>
          <p:nvPr>
            <p:ph idx="2" type="pic"/>
          </p:nvPr>
        </p:nvSpPr>
        <p:spPr>
          <a:xfrm>
            <a:off x="5039917" y="879475"/>
            <a:ext cx="4104000" cy="3744900"/>
          </a:xfrm>
          <a:prstGeom prst="rect">
            <a:avLst/>
          </a:prstGeom>
          <a:noFill/>
          <a:ln>
            <a:noFill/>
          </a:ln>
        </p:spPr>
      </p:sp>
      <p:sp>
        <p:nvSpPr>
          <p:cNvPr id="474" name="Google Shape;474;p90"/>
          <p:cNvSpPr txBox="1"/>
          <p:nvPr>
            <p:ph idx="1" type="body"/>
          </p:nvPr>
        </p:nvSpPr>
        <p:spPr>
          <a:xfrm>
            <a:off x="1" y="879475"/>
            <a:ext cx="2700300" cy="1872000"/>
          </a:xfrm>
          <a:prstGeom prst="rect">
            <a:avLst/>
          </a:prstGeom>
          <a:solidFill>
            <a:srgbClr val="D8D8D8"/>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75" name="Google Shape;475;p90"/>
          <p:cNvSpPr txBox="1"/>
          <p:nvPr>
            <p:ph idx="3" type="body"/>
          </p:nvPr>
        </p:nvSpPr>
        <p:spPr>
          <a:xfrm>
            <a:off x="0" y="2752344"/>
            <a:ext cx="2700300" cy="1872000"/>
          </a:xfrm>
          <a:prstGeom prst="rect">
            <a:avLst/>
          </a:prstGeom>
          <a:solidFill>
            <a:schemeClr val="lt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76" name="Google Shape;476;p90"/>
          <p:cNvSpPr/>
          <p:nvPr>
            <p:ph idx="4" type="pic"/>
          </p:nvPr>
        </p:nvSpPr>
        <p:spPr>
          <a:xfrm>
            <a:off x="2700338" y="895692"/>
            <a:ext cx="2339700" cy="1855800"/>
          </a:xfrm>
          <a:prstGeom prst="rect">
            <a:avLst/>
          </a:prstGeom>
          <a:noFill/>
          <a:ln>
            <a:noFill/>
          </a:ln>
        </p:spPr>
      </p:sp>
      <p:sp>
        <p:nvSpPr>
          <p:cNvPr id="477" name="Google Shape;477;p90"/>
          <p:cNvSpPr/>
          <p:nvPr>
            <p:ph idx="5" type="pic"/>
          </p:nvPr>
        </p:nvSpPr>
        <p:spPr>
          <a:xfrm>
            <a:off x="2700338" y="2768544"/>
            <a:ext cx="2339700" cy="1855800"/>
          </a:xfrm>
          <a:prstGeom prst="rect">
            <a:avLst/>
          </a:prstGeom>
          <a:noFill/>
          <a:ln>
            <a:noFill/>
          </a:ln>
        </p:spPr>
      </p:sp>
      <p:sp>
        <p:nvSpPr>
          <p:cNvPr id="478" name="Google Shape;478;p90"/>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79" name="Google Shape;479;p90"/>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0" name="Google Shape;480;p90"/>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5">
  <p:cSld name="custom layout 15">
    <p:spTree>
      <p:nvGrpSpPr>
        <p:cNvPr id="481" name="Shape 481"/>
        <p:cNvGrpSpPr/>
        <p:nvPr/>
      </p:nvGrpSpPr>
      <p:grpSpPr>
        <a:xfrm>
          <a:off x="0" y="0"/>
          <a:ext cx="0" cy="0"/>
          <a:chOff x="0" y="0"/>
          <a:chExt cx="0" cy="0"/>
        </a:xfrm>
      </p:grpSpPr>
      <p:sp>
        <p:nvSpPr>
          <p:cNvPr id="482" name="Google Shape;482;p91"/>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3" name="Google Shape;483;p91"/>
          <p:cNvSpPr txBox="1"/>
          <p:nvPr>
            <p:ph idx="1" type="body"/>
          </p:nvPr>
        </p:nvSpPr>
        <p:spPr>
          <a:xfrm>
            <a:off x="1350169" y="879480"/>
            <a:ext cx="1350300" cy="12483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84" name="Google Shape;484;p91"/>
          <p:cNvSpPr/>
          <p:nvPr>
            <p:ph idx="2" type="pic"/>
          </p:nvPr>
        </p:nvSpPr>
        <p:spPr>
          <a:xfrm>
            <a:off x="2700337" y="895696"/>
            <a:ext cx="3743400" cy="3728700"/>
          </a:xfrm>
          <a:prstGeom prst="rect">
            <a:avLst/>
          </a:prstGeom>
          <a:noFill/>
          <a:ln>
            <a:noFill/>
          </a:ln>
        </p:spPr>
      </p:sp>
      <p:sp>
        <p:nvSpPr>
          <p:cNvPr id="485" name="Google Shape;485;p91"/>
          <p:cNvSpPr txBox="1"/>
          <p:nvPr>
            <p:ph idx="3" type="body"/>
          </p:nvPr>
        </p:nvSpPr>
        <p:spPr>
          <a:xfrm>
            <a:off x="1" y="879480"/>
            <a:ext cx="1350300" cy="1248300"/>
          </a:xfrm>
          <a:prstGeom prst="rect">
            <a:avLst/>
          </a:prstGeom>
          <a:solidFill>
            <a:schemeClr val="accent1"/>
          </a:solidFill>
          <a:ln>
            <a:noFill/>
          </a:ln>
        </p:spPr>
        <p:txBody>
          <a:bodyPr anchorCtr="0" anchor="ctr" bIns="0" lIns="0" spcFirstLastPara="1" rIns="0" wrap="square" tIns="0">
            <a:noAutofit/>
          </a:bodyPr>
          <a:lstStyle>
            <a:lvl1pPr indent="-285750" lvl="0" marL="457200" algn="ctr">
              <a:lnSpc>
                <a:spcPct val="100000"/>
              </a:lnSpc>
              <a:spcBef>
                <a:spcPts val="200"/>
              </a:spcBef>
              <a:spcAft>
                <a:spcPts val="0"/>
              </a:spcAft>
              <a:buSzPts val="9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86" name="Google Shape;486;p91"/>
          <p:cNvSpPr txBox="1"/>
          <p:nvPr>
            <p:ph idx="4" type="body"/>
          </p:nvPr>
        </p:nvSpPr>
        <p:spPr>
          <a:xfrm>
            <a:off x="1350169" y="2127784"/>
            <a:ext cx="1350300" cy="12483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87" name="Google Shape;487;p91"/>
          <p:cNvSpPr txBox="1"/>
          <p:nvPr>
            <p:ph idx="5" type="body"/>
          </p:nvPr>
        </p:nvSpPr>
        <p:spPr>
          <a:xfrm>
            <a:off x="1" y="2127785"/>
            <a:ext cx="1350300" cy="1248300"/>
          </a:xfrm>
          <a:prstGeom prst="rect">
            <a:avLst/>
          </a:prstGeom>
          <a:solidFill>
            <a:schemeClr val="dk2"/>
          </a:solidFill>
          <a:ln>
            <a:noFill/>
          </a:ln>
        </p:spPr>
        <p:txBody>
          <a:bodyPr anchorCtr="0" anchor="ctr" bIns="0" lIns="0" spcFirstLastPara="1" rIns="0" wrap="square" tIns="0">
            <a:noAutofit/>
          </a:bodyPr>
          <a:lstStyle>
            <a:lvl1pPr indent="-285750" lvl="0" marL="457200" algn="ctr">
              <a:lnSpc>
                <a:spcPct val="100000"/>
              </a:lnSpc>
              <a:spcBef>
                <a:spcPts val="200"/>
              </a:spcBef>
              <a:spcAft>
                <a:spcPts val="0"/>
              </a:spcAft>
              <a:buSzPts val="9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88" name="Google Shape;488;p91"/>
          <p:cNvSpPr txBox="1"/>
          <p:nvPr>
            <p:ph idx="6" type="body"/>
          </p:nvPr>
        </p:nvSpPr>
        <p:spPr>
          <a:xfrm>
            <a:off x="1350169" y="3376088"/>
            <a:ext cx="1350300" cy="12483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89" name="Google Shape;489;p91"/>
          <p:cNvSpPr txBox="1"/>
          <p:nvPr>
            <p:ph idx="7" type="body"/>
          </p:nvPr>
        </p:nvSpPr>
        <p:spPr>
          <a:xfrm>
            <a:off x="1" y="3376089"/>
            <a:ext cx="1350300" cy="1248300"/>
          </a:xfrm>
          <a:prstGeom prst="rect">
            <a:avLst/>
          </a:prstGeom>
          <a:solidFill>
            <a:schemeClr val="accent1"/>
          </a:solidFill>
          <a:ln>
            <a:noFill/>
          </a:ln>
        </p:spPr>
        <p:txBody>
          <a:bodyPr anchorCtr="0" anchor="ctr" bIns="0" lIns="0" spcFirstLastPara="1" rIns="0" wrap="square" tIns="0">
            <a:noAutofit/>
          </a:bodyPr>
          <a:lstStyle>
            <a:lvl1pPr indent="-285750" lvl="0" marL="457200" algn="ctr">
              <a:lnSpc>
                <a:spcPct val="100000"/>
              </a:lnSpc>
              <a:spcBef>
                <a:spcPts val="200"/>
              </a:spcBef>
              <a:spcAft>
                <a:spcPts val="0"/>
              </a:spcAft>
              <a:buSzPts val="9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90" name="Google Shape;490;p91"/>
          <p:cNvSpPr txBox="1"/>
          <p:nvPr>
            <p:ph idx="8" type="body"/>
          </p:nvPr>
        </p:nvSpPr>
        <p:spPr>
          <a:xfrm>
            <a:off x="7793832" y="879476"/>
            <a:ext cx="1350300" cy="1872000"/>
          </a:xfrm>
          <a:prstGeom prst="rect">
            <a:avLst/>
          </a:prstGeom>
          <a:solidFill>
            <a:schemeClr val="accent1"/>
          </a:solidFill>
          <a:ln>
            <a:noFill/>
          </a:ln>
        </p:spPr>
        <p:txBody>
          <a:bodyPr anchorCtr="0" anchor="ctr" bIns="0" lIns="0" spcFirstLastPara="1" rIns="0" wrap="square" tIns="0">
            <a:noAutofit/>
          </a:bodyPr>
          <a:lstStyle>
            <a:lvl1pPr indent="-285750" lvl="0" marL="457200" algn="ctr">
              <a:lnSpc>
                <a:spcPct val="100000"/>
              </a:lnSpc>
              <a:spcBef>
                <a:spcPts val="200"/>
              </a:spcBef>
              <a:spcAft>
                <a:spcPts val="0"/>
              </a:spcAft>
              <a:buClr>
                <a:srgbClr val="529A43"/>
              </a:buClr>
              <a:buSzPts val="900"/>
              <a:buFont typeface="Libre Franklin"/>
              <a:buChar char="•"/>
              <a:defRPr sz="1200">
                <a:solidFill>
                  <a:schemeClr val="lt1"/>
                </a:solidFill>
              </a:defRPr>
            </a:lvl1pPr>
            <a:lvl2pPr indent="-304800" lvl="1" marL="914400" algn="l">
              <a:lnSpc>
                <a:spcPct val="100000"/>
              </a:lnSpc>
              <a:spcBef>
                <a:spcPts val="200"/>
              </a:spcBef>
              <a:spcAft>
                <a:spcPts val="0"/>
              </a:spcAft>
              <a:buClr>
                <a:srgbClr val="529A43"/>
              </a:buClr>
              <a:buSzPts val="1200"/>
              <a:buChar char="•"/>
              <a:defRPr sz="1200">
                <a:solidFill>
                  <a:srgbClr val="000000"/>
                </a:solidFill>
              </a:defRPr>
            </a:lvl2pPr>
            <a:lvl3pPr indent="-228600" lvl="2" marL="1371600" algn="l">
              <a:lnSpc>
                <a:spcPct val="100000"/>
              </a:lnSpc>
              <a:spcBef>
                <a:spcPts val="400"/>
              </a:spcBef>
              <a:spcAft>
                <a:spcPts val="0"/>
              </a:spcAft>
              <a:buClr>
                <a:srgbClr val="529A43"/>
              </a:buClr>
              <a:buSzPts val="2000"/>
              <a:buNone/>
              <a:defRPr sz="2000">
                <a:solidFill>
                  <a:srgbClr val="000000"/>
                </a:solidFill>
              </a:defRPr>
            </a:lvl3pPr>
            <a:lvl4pPr indent="-342900" lvl="3" marL="1828800" algn="l">
              <a:lnSpc>
                <a:spcPct val="100000"/>
              </a:lnSpc>
              <a:spcBef>
                <a:spcPts val="400"/>
              </a:spcBef>
              <a:spcAft>
                <a:spcPts val="0"/>
              </a:spcAft>
              <a:buClr>
                <a:srgbClr val="529A43"/>
              </a:buClr>
              <a:buSzPts val="1800"/>
              <a:buChar char="•"/>
              <a:defRPr sz="1800">
                <a:solidFill>
                  <a:srgbClr val="000000"/>
                </a:solidFill>
              </a:defRPr>
            </a:lvl4pPr>
            <a:lvl5pPr indent="-342900" lvl="4" marL="2286000" algn="l">
              <a:lnSpc>
                <a:spcPct val="100000"/>
              </a:lnSpc>
              <a:spcBef>
                <a:spcPts val="400"/>
              </a:spcBef>
              <a:spcAft>
                <a:spcPts val="0"/>
              </a:spcAft>
              <a:buClr>
                <a:srgbClr val="529A43"/>
              </a:buClr>
              <a:buSzPts val="1800"/>
              <a:buChar char="•"/>
              <a:defRPr sz="1800">
                <a:solidFill>
                  <a:srgbClr val="000000"/>
                </a:solidFill>
              </a:defRPr>
            </a:lvl5pPr>
            <a:lvl6pPr indent="-342900" lvl="5" marL="2743200" algn="l">
              <a:lnSpc>
                <a:spcPct val="100000"/>
              </a:lnSpc>
              <a:spcBef>
                <a:spcPts val="400"/>
              </a:spcBef>
              <a:spcAft>
                <a:spcPts val="0"/>
              </a:spcAft>
              <a:buSzPts val="1800"/>
              <a:buChar char="•"/>
              <a:defRPr sz="1800"/>
            </a:lvl6pPr>
            <a:lvl7pPr indent="-342900" lvl="6" marL="3200400" algn="l">
              <a:lnSpc>
                <a:spcPct val="100000"/>
              </a:lnSpc>
              <a:spcBef>
                <a:spcPts val="400"/>
              </a:spcBef>
              <a:spcAft>
                <a:spcPts val="0"/>
              </a:spcAft>
              <a:buSzPts val="1800"/>
              <a:buChar char="•"/>
              <a:defRPr sz="1800"/>
            </a:lvl7pPr>
            <a:lvl8pPr indent="-342900" lvl="7" marL="3657600" algn="l">
              <a:lnSpc>
                <a:spcPct val="100000"/>
              </a:lnSpc>
              <a:spcBef>
                <a:spcPts val="400"/>
              </a:spcBef>
              <a:spcAft>
                <a:spcPts val="0"/>
              </a:spcAft>
              <a:buSzPts val="1800"/>
              <a:buChar char="•"/>
              <a:defRPr sz="1800"/>
            </a:lvl8pPr>
            <a:lvl9pPr indent="-342900" lvl="8" marL="4114800" algn="l">
              <a:lnSpc>
                <a:spcPct val="100000"/>
              </a:lnSpc>
              <a:spcBef>
                <a:spcPts val="400"/>
              </a:spcBef>
              <a:spcAft>
                <a:spcPts val="0"/>
              </a:spcAft>
              <a:buSzPts val="1800"/>
              <a:buChar char="•"/>
              <a:defRPr sz="1800"/>
            </a:lvl9pPr>
          </a:lstStyle>
          <a:p/>
        </p:txBody>
      </p:sp>
      <p:sp>
        <p:nvSpPr>
          <p:cNvPr id="491" name="Google Shape;491;p91"/>
          <p:cNvSpPr txBox="1"/>
          <p:nvPr>
            <p:ph idx="9" type="body"/>
          </p:nvPr>
        </p:nvSpPr>
        <p:spPr>
          <a:xfrm>
            <a:off x="7793832" y="2763758"/>
            <a:ext cx="1350300" cy="1860600"/>
          </a:xfrm>
          <a:prstGeom prst="rect">
            <a:avLst/>
          </a:prstGeom>
          <a:solidFill>
            <a:schemeClr val="dk2"/>
          </a:solidFill>
          <a:ln>
            <a:noFill/>
          </a:ln>
        </p:spPr>
        <p:txBody>
          <a:bodyPr anchorCtr="0" anchor="ctr" bIns="0" lIns="0" spcFirstLastPara="1" rIns="0" wrap="square" tIns="0">
            <a:noAutofit/>
          </a:bodyPr>
          <a:lstStyle>
            <a:lvl1pPr indent="-285750" lvl="0" marL="457200" algn="ctr">
              <a:lnSpc>
                <a:spcPct val="100000"/>
              </a:lnSpc>
              <a:spcBef>
                <a:spcPts val="200"/>
              </a:spcBef>
              <a:spcAft>
                <a:spcPts val="0"/>
              </a:spcAft>
              <a:buSzPts val="900"/>
              <a:buFont typeface="Libre Franklin"/>
              <a:buChar char="•"/>
              <a:defRPr sz="1200">
                <a:solidFill>
                  <a:schemeClr val="lt1"/>
                </a:solidFill>
              </a:defRPr>
            </a:lvl1pPr>
            <a:lvl2pPr indent="-317500" lvl="1" marL="914400" algn="l">
              <a:lnSpc>
                <a:spcPct val="100000"/>
              </a:lnSpc>
              <a:spcBef>
                <a:spcPts val="300"/>
              </a:spcBef>
              <a:spcAft>
                <a:spcPts val="0"/>
              </a:spcAft>
              <a:buSzPts val="1400"/>
              <a:buChar char="•"/>
              <a:defRPr/>
            </a:lvl2pPr>
            <a:lvl3pPr indent="-228600" lvl="2" marL="1371600" algn="l">
              <a:lnSpc>
                <a:spcPct val="100000"/>
              </a:lnSpc>
              <a:spcBef>
                <a:spcPts val="300"/>
              </a:spcBef>
              <a:spcAft>
                <a:spcPts val="0"/>
              </a:spcAft>
              <a:buSzPts val="1400"/>
              <a:buNone/>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92" name="Google Shape;492;p91"/>
          <p:cNvSpPr txBox="1"/>
          <p:nvPr>
            <p:ph idx="13" type="body"/>
          </p:nvPr>
        </p:nvSpPr>
        <p:spPr>
          <a:xfrm>
            <a:off x="6443662" y="879476"/>
            <a:ext cx="1350300" cy="18720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93" name="Google Shape;493;p91"/>
          <p:cNvSpPr txBox="1"/>
          <p:nvPr>
            <p:ph idx="14" type="body"/>
          </p:nvPr>
        </p:nvSpPr>
        <p:spPr>
          <a:xfrm>
            <a:off x="6443662" y="2763758"/>
            <a:ext cx="1350300" cy="1860600"/>
          </a:xfrm>
          <a:prstGeom prst="rect">
            <a:avLst/>
          </a:prstGeom>
          <a:solidFill>
            <a:schemeClr val="dk2"/>
          </a:solidFill>
          <a:ln>
            <a:noFill/>
          </a:ln>
        </p:spPr>
        <p:txBody>
          <a:bodyPr anchorCtr="0" anchor="ctr" bIns="0" lIns="0" spcFirstLastPara="1" rIns="0" wrap="square" tIns="0">
            <a:noAutofit/>
          </a:bodyPr>
          <a:lstStyle>
            <a:lvl1pPr indent="-228600" lvl="0" marL="4572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indent="-336550" lvl="1" marL="914400" algn="l">
              <a:lnSpc>
                <a:spcPct val="100000"/>
              </a:lnSpc>
              <a:spcBef>
                <a:spcPts val="300"/>
              </a:spcBef>
              <a:spcAft>
                <a:spcPts val="0"/>
              </a:spcAft>
              <a:buSzPts val="1700"/>
              <a:buChar char="•"/>
              <a:defRPr sz="1700">
                <a:solidFill>
                  <a:schemeClr val="lt1"/>
                </a:solidFill>
              </a:defRPr>
            </a:lvl2pPr>
            <a:lvl3pPr indent="-228600" lvl="2" marL="1371600" algn="l">
              <a:lnSpc>
                <a:spcPct val="100000"/>
              </a:lnSpc>
              <a:spcBef>
                <a:spcPts val="300"/>
              </a:spcBef>
              <a:spcAft>
                <a:spcPts val="0"/>
              </a:spcAft>
              <a:buSzPts val="1700"/>
              <a:buNone/>
              <a:defRPr sz="1700">
                <a:solidFill>
                  <a:schemeClr val="lt1"/>
                </a:solidFill>
              </a:defRPr>
            </a:lvl3pPr>
            <a:lvl4pPr indent="-336550" lvl="3" marL="1828800" algn="l">
              <a:lnSpc>
                <a:spcPct val="100000"/>
              </a:lnSpc>
              <a:spcBef>
                <a:spcPts val="300"/>
              </a:spcBef>
              <a:spcAft>
                <a:spcPts val="0"/>
              </a:spcAft>
              <a:buSzPts val="1700"/>
              <a:buChar char="•"/>
              <a:defRPr sz="1700">
                <a:solidFill>
                  <a:schemeClr val="lt1"/>
                </a:solidFill>
              </a:defRPr>
            </a:lvl4pPr>
            <a:lvl5pPr indent="-336550" lvl="4" marL="2286000" algn="l">
              <a:lnSpc>
                <a:spcPct val="100000"/>
              </a:lnSpc>
              <a:spcBef>
                <a:spcPts val="300"/>
              </a:spcBef>
              <a:spcAft>
                <a:spcPts val="0"/>
              </a:spcAft>
              <a:buSzPts val="1700"/>
              <a:buChar char="•"/>
              <a:defRPr sz="1700">
                <a:solidFill>
                  <a:schemeClr val="lt1"/>
                </a:solidFill>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494" name="Google Shape;494;p91"/>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495" name="Google Shape;495;p91"/>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6" name="Google Shape;496;p91"/>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6">
  <p:cSld name="custom layout 16">
    <p:spTree>
      <p:nvGrpSpPr>
        <p:cNvPr id="497" name="Shape 497"/>
        <p:cNvGrpSpPr/>
        <p:nvPr/>
      </p:nvGrpSpPr>
      <p:grpSpPr>
        <a:xfrm>
          <a:off x="0" y="0"/>
          <a:ext cx="0" cy="0"/>
          <a:chOff x="0" y="0"/>
          <a:chExt cx="0" cy="0"/>
        </a:xfrm>
      </p:grpSpPr>
      <p:sp>
        <p:nvSpPr>
          <p:cNvPr id="498" name="Google Shape;498;p92"/>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9" name="Google Shape;499;p92"/>
          <p:cNvSpPr/>
          <p:nvPr>
            <p:ph idx="2" type="pic"/>
          </p:nvPr>
        </p:nvSpPr>
        <p:spPr>
          <a:xfrm>
            <a:off x="5962650" y="898538"/>
            <a:ext cx="3181500" cy="3744900"/>
          </a:xfrm>
          <a:prstGeom prst="rect">
            <a:avLst/>
          </a:prstGeom>
          <a:noFill/>
          <a:ln>
            <a:noFill/>
          </a:ln>
        </p:spPr>
      </p:sp>
      <p:sp>
        <p:nvSpPr>
          <p:cNvPr id="500" name="Google Shape;500;p92"/>
          <p:cNvSpPr txBox="1"/>
          <p:nvPr>
            <p:ph idx="1" type="body"/>
          </p:nvPr>
        </p:nvSpPr>
        <p:spPr>
          <a:xfrm>
            <a:off x="0" y="898538"/>
            <a:ext cx="4085100" cy="468300"/>
          </a:xfrm>
          <a:prstGeom prst="rect">
            <a:avLst/>
          </a:prstGeom>
          <a:solidFill>
            <a:schemeClr val="accent1"/>
          </a:solidFill>
          <a:ln>
            <a:noFill/>
          </a:ln>
        </p:spPr>
        <p:txBody>
          <a:bodyPr anchorCtr="0" anchor="ctr" bIns="0" lIns="27000" spcFirstLastPara="1" rIns="54000" wrap="square" tIns="0">
            <a:noAutofit/>
          </a:bodyPr>
          <a:lstStyle>
            <a:lvl1pPr indent="-228600" lvl="0" marL="457200" algn="l">
              <a:lnSpc>
                <a:spcPct val="90000"/>
              </a:lnSpc>
              <a:spcBef>
                <a:spcPts val="300"/>
              </a:spcBef>
              <a:spcAft>
                <a:spcPts val="0"/>
              </a:spcAft>
              <a:buSzPts val="1400"/>
              <a:buFont typeface="Libre Franklin Medium"/>
              <a:buNone/>
              <a:defRPr sz="1400">
                <a:solidFill>
                  <a:schemeClr val="lt1"/>
                </a:solidFill>
                <a:latin typeface="Arial"/>
                <a:ea typeface="Arial"/>
                <a:cs typeface="Arial"/>
                <a:sym typeface="Arial"/>
              </a:defRPr>
            </a:lvl1pPr>
            <a:lvl2pPr indent="-336550" lvl="1" marL="914400" algn="l">
              <a:lnSpc>
                <a:spcPct val="90000"/>
              </a:lnSpc>
              <a:spcBef>
                <a:spcPts val="300"/>
              </a:spcBef>
              <a:spcAft>
                <a:spcPts val="0"/>
              </a:spcAft>
              <a:buSzPts val="1700"/>
              <a:buChar char="•"/>
              <a:defRPr sz="1700">
                <a:solidFill>
                  <a:schemeClr val="lt1"/>
                </a:solidFill>
              </a:defRPr>
            </a:lvl2pPr>
            <a:lvl3pPr indent="-228600" lvl="2" marL="1371600" algn="l">
              <a:lnSpc>
                <a:spcPct val="90000"/>
              </a:lnSpc>
              <a:spcBef>
                <a:spcPts val="300"/>
              </a:spcBef>
              <a:spcAft>
                <a:spcPts val="0"/>
              </a:spcAft>
              <a:buSzPts val="1700"/>
              <a:buNone/>
              <a:defRPr sz="1700">
                <a:solidFill>
                  <a:schemeClr val="lt1"/>
                </a:solidFill>
              </a:defRPr>
            </a:lvl3pPr>
            <a:lvl4pPr indent="-336550" lvl="3" marL="1828800" algn="l">
              <a:lnSpc>
                <a:spcPct val="90000"/>
              </a:lnSpc>
              <a:spcBef>
                <a:spcPts val="300"/>
              </a:spcBef>
              <a:spcAft>
                <a:spcPts val="0"/>
              </a:spcAft>
              <a:buSzPts val="1700"/>
              <a:buChar char="•"/>
              <a:defRPr sz="1700">
                <a:solidFill>
                  <a:schemeClr val="lt1"/>
                </a:solidFill>
              </a:defRPr>
            </a:lvl4pPr>
            <a:lvl5pPr indent="-336550" lvl="4" marL="2286000" algn="l">
              <a:lnSpc>
                <a:spcPct val="90000"/>
              </a:lnSpc>
              <a:spcBef>
                <a:spcPts val="300"/>
              </a:spcBef>
              <a:spcAft>
                <a:spcPts val="0"/>
              </a:spcAft>
              <a:buSzPts val="1700"/>
              <a:buChar char="•"/>
              <a:defRPr sz="1700">
                <a:solidFill>
                  <a:schemeClr val="lt1"/>
                </a:solidFill>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0"/>
              </a:spcAft>
              <a:buSzPts val="1400"/>
              <a:buChar char="•"/>
              <a:defRPr/>
            </a:lvl9pPr>
          </a:lstStyle>
          <a:p/>
        </p:txBody>
      </p:sp>
      <p:sp>
        <p:nvSpPr>
          <p:cNvPr id="501" name="Google Shape;501;p92"/>
          <p:cNvSpPr txBox="1"/>
          <p:nvPr>
            <p:ph idx="3" type="body"/>
          </p:nvPr>
        </p:nvSpPr>
        <p:spPr>
          <a:xfrm>
            <a:off x="0" y="1364457"/>
            <a:ext cx="4081800" cy="3279000"/>
          </a:xfrm>
          <a:prstGeom prst="rect">
            <a:avLst/>
          </a:prstGeom>
          <a:solidFill>
            <a:srgbClr val="E1E3E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600"/>
              <a:buNone/>
              <a:defRPr/>
            </a:lvl1pPr>
            <a:lvl2pPr indent="-317500" lvl="1" marL="914400" algn="l">
              <a:lnSpc>
                <a:spcPct val="90000"/>
              </a:lnSpc>
              <a:spcBef>
                <a:spcPts val="375"/>
              </a:spcBef>
              <a:spcAft>
                <a:spcPts val="0"/>
              </a:spcAft>
              <a:buSzPts val="1400"/>
              <a:buChar char="•"/>
              <a:defRPr/>
            </a:lvl2pPr>
            <a:lvl3pPr indent="-317500" lvl="2" marL="1371600" algn="l">
              <a:lnSpc>
                <a:spcPct val="90000"/>
              </a:lnSpc>
              <a:spcBef>
                <a:spcPts val="375"/>
              </a:spcBef>
              <a:spcAft>
                <a:spcPts val="0"/>
              </a:spcAft>
              <a:buSzPts val="1400"/>
              <a:buChar char="•"/>
              <a:defRPr/>
            </a:lvl3pPr>
            <a:lvl4pPr indent="-317500" lvl="3" marL="1828800" algn="l">
              <a:lnSpc>
                <a:spcPct val="90000"/>
              </a:lnSpc>
              <a:spcBef>
                <a:spcPts val="375"/>
              </a:spcBef>
              <a:spcAft>
                <a:spcPts val="0"/>
              </a:spcAft>
              <a:buSzPts val="1400"/>
              <a:buChar char="•"/>
              <a:defRPr/>
            </a:lvl4pPr>
            <a:lvl5pPr indent="-317500" lvl="4" marL="2286000" algn="l">
              <a:lnSpc>
                <a:spcPct val="90000"/>
              </a:lnSpc>
              <a:spcBef>
                <a:spcPts val="375"/>
              </a:spcBef>
              <a:spcAft>
                <a:spcPts val="0"/>
              </a:spcAft>
              <a:buSzPts val="14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02" name="Google Shape;502;p92"/>
          <p:cNvSpPr txBox="1"/>
          <p:nvPr>
            <p:ph idx="4" type="body"/>
          </p:nvPr>
        </p:nvSpPr>
        <p:spPr>
          <a:xfrm>
            <a:off x="4104252" y="898538"/>
            <a:ext cx="1856100" cy="1867500"/>
          </a:xfrm>
          <a:prstGeom prst="rect">
            <a:avLst/>
          </a:prstGeom>
          <a:solidFill>
            <a:srgbClr val="E1E3E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000"/>
              <a:buNone/>
              <a:defRPr sz="1000"/>
            </a:lvl1pPr>
            <a:lvl2pPr indent="-292100" lvl="1" marL="914400" algn="l">
              <a:lnSpc>
                <a:spcPct val="90000"/>
              </a:lnSpc>
              <a:spcBef>
                <a:spcPts val="375"/>
              </a:spcBef>
              <a:spcAft>
                <a:spcPts val="0"/>
              </a:spcAft>
              <a:buSzPts val="1000"/>
              <a:buChar char="•"/>
              <a:defRPr sz="1000"/>
            </a:lvl2pPr>
            <a:lvl3pPr indent="-292100" lvl="2" marL="1371600" algn="l">
              <a:lnSpc>
                <a:spcPct val="90000"/>
              </a:lnSpc>
              <a:spcBef>
                <a:spcPts val="375"/>
              </a:spcBef>
              <a:spcAft>
                <a:spcPts val="0"/>
              </a:spcAft>
              <a:buSzPts val="1000"/>
              <a:buChar char="•"/>
              <a:defRPr sz="1000"/>
            </a:lvl3pPr>
            <a:lvl4pPr indent="-292100" lvl="3" marL="1828800" algn="l">
              <a:lnSpc>
                <a:spcPct val="90000"/>
              </a:lnSpc>
              <a:spcBef>
                <a:spcPts val="375"/>
              </a:spcBef>
              <a:spcAft>
                <a:spcPts val="0"/>
              </a:spcAft>
              <a:buSzPts val="1000"/>
              <a:buChar char="•"/>
              <a:defRPr sz="1000"/>
            </a:lvl4pPr>
            <a:lvl5pPr indent="-292100" lvl="4" marL="2286000" algn="l">
              <a:lnSpc>
                <a:spcPct val="90000"/>
              </a:lnSpc>
              <a:spcBef>
                <a:spcPts val="375"/>
              </a:spcBef>
              <a:spcAft>
                <a:spcPts val="0"/>
              </a:spcAft>
              <a:buSzPts val="1000"/>
              <a:buChar char="•"/>
              <a:defRPr sz="10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03" name="Google Shape;503;p92"/>
          <p:cNvSpPr txBox="1"/>
          <p:nvPr>
            <p:ph idx="5" type="body"/>
          </p:nvPr>
        </p:nvSpPr>
        <p:spPr>
          <a:xfrm>
            <a:off x="4104252" y="2788920"/>
            <a:ext cx="1856100" cy="1854600"/>
          </a:xfrm>
          <a:prstGeom prst="rect">
            <a:avLst/>
          </a:prstGeom>
          <a:solidFill>
            <a:srgbClr val="E1E3E1"/>
          </a:solidFill>
          <a:ln>
            <a:noFill/>
          </a:ln>
        </p:spPr>
        <p:txBody>
          <a:bodyPr anchorCtr="0" anchor="ctr" bIns="45700" lIns="0" spcFirstLastPara="1" rIns="91425" wrap="square" tIns="45700">
            <a:noAutofit/>
          </a:bodyPr>
          <a:lstStyle>
            <a:lvl1pPr indent="-228600" lvl="0" marL="457200" algn="ctr">
              <a:lnSpc>
                <a:spcPct val="90000"/>
              </a:lnSpc>
              <a:spcBef>
                <a:spcPts val="750"/>
              </a:spcBef>
              <a:spcAft>
                <a:spcPts val="0"/>
              </a:spcAft>
              <a:buSzPts val="1000"/>
              <a:buNone/>
              <a:defRPr sz="1000"/>
            </a:lvl1pPr>
            <a:lvl2pPr indent="-292100" lvl="1" marL="914400" algn="l">
              <a:lnSpc>
                <a:spcPct val="90000"/>
              </a:lnSpc>
              <a:spcBef>
                <a:spcPts val="375"/>
              </a:spcBef>
              <a:spcAft>
                <a:spcPts val="0"/>
              </a:spcAft>
              <a:buSzPts val="1000"/>
              <a:buChar char="•"/>
              <a:defRPr sz="1000"/>
            </a:lvl2pPr>
            <a:lvl3pPr indent="-292100" lvl="2" marL="1371600" algn="l">
              <a:lnSpc>
                <a:spcPct val="90000"/>
              </a:lnSpc>
              <a:spcBef>
                <a:spcPts val="375"/>
              </a:spcBef>
              <a:spcAft>
                <a:spcPts val="0"/>
              </a:spcAft>
              <a:buSzPts val="1000"/>
              <a:buChar char="•"/>
              <a:defRPr sz="1000"/>
            </a:lvl3pPr>
            <a:lvl4pPr indent="-292100" lvl="3" marL="1828800" algn="l">
              <a:lnSpc>
                <a:spcPct val="90000"/>
              </a:lnSpc>
              <a:spcBef>
                <a:spcPts val="375"/>
              </a:spcBef>
              <a:spcAft>
                <a:spcPts val="0"/>
              </a:spcAft>
              <a:buSzPts val="1000"/>
              <a:buChar char="•"/>
              <a:defRPr sz="1000"/>
            </a:lvl4pPr>
            <a:lvl5pPr indent="-292100" lvl="4" marL="2286000" algn="l">
              <a:lnSpc>
                <a:spcPct val="90000"/>
              </a:lnSpc>
              <a:spcBef>
                <a:spcPts val="375"/>
              </a:spcBef>
              <a:spcAft>
                <a:spcPts val="0"/>
              </a:spcAft>
              <a:buSzPts val="1000"/>
              <a:buChar char="•"/>
              <a:defRPr sz="1000"/>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04" name="Google Shape;504;p92"/>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505" name="Google Shape;505;p92"/>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6" name="Google Shape;506;p92"/>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6 1">
  <p:cSld name="custom layout 16_1">
    <p:spTree>
      <p:nvGrpSpPr>
        <p:cNvPr id="507" name="Shape 507"/>
        <p:cNvGrpSpPr/>
        <p:nvPr/>
      </p:nvGrpSpPr>
      <p:grpSpPr>
        <a:xfrm>
          <a:off x="0" y="0"/>
          <a:ext cx="0" cy="0"/>
          <a:chOff x="0" y="0"/>
          <a:chExt cx="0" cy="0"/>
        </a:xfrm>
      </p:grpSpPr>
      <p:sp>
        <p:nvSpPr>
          <p:cNvPr id="508" name="Google Shape;508;p93"/>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09" name="Google Shape;509;p93"/>
          <p:cNvPicPr preferRelativeResize="0"/>
          <p:nvPr/>
        </p:nvPicPr>
        <p:blipFill rotWithShape="1">
          <a:blip r:embed="rId2">
            <a:alphaModFix/>
          </a:blip>
          <a:srcRect b="0" l="0" r="10" t="0"/>
          <a:stretch/>
        </p:blipFill>
        <p:spPr>
          <a:xfrm>
            <a:off x="0" y="0"/>
            <a:ext cx="9144000" cy="5151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10" name="Shape 510"/>
        <p:cNvGrpSpPr/>
        <p:nvPr/>
      </p:nvGrpSpPr>
      <p:grpSpPr>
        <a:xfrm>
          <a:off x="0" y="0"/>
          <a:ext cx="0" cy="0"/>
          <a:chOff x="0" y="0"/>
          <a:chExt cx="0" cy="0"/>
        </a:xfrm>
      </p:grpSpPr>
      <p:sp>
        <p:nvSpPr>
          <p:cNvPr id="511" name="Google Shape;511;p94"/>
          <p:cNvSpPr/>
          <p:nvPr/>
        </p:nvSpPr>
        <p:spPr>
          <a:xfrm flipH="1">
            <a:off x="0" y="1"/>
            <a:ext cx="9144000" cy="4263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2"/>
              </a:solidFill>
              <a:latin typeface="Arial"/>
              <a:ea typeface="Arial"/>
              <a:cs typeface="Arial"/>
              <a:sym typeface="Arial"/>
            </a:endParaRPr>
          </a:p>
        </p:txBody>
      </p:sp>
      <p:sp>
        <p:nvSpPr>
          <p:cNvPr id="512" name="Google Shape;512;p94"/>
          <p:cNvSpPr txBox="1"/>
          <p:nvPr>
            <p:ph type="title"/>
          </p:nvPr>
        </p:nvSpPr>
        <p:spPr>
          <a:xfrm>
            <a:off x="358777" y="70340"/>
            <a:ext cx="8426400" cy="79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b="1" sz="24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3" name="Google Shape;513;p94"/>
          <p:cNvSpPr/>
          <p:nvPr/>
        </p:nvSpPr>
        <p:spPr>
          <a:xfrm>
            <a:off x="0" y="869951"/>
            <a:ext cx="9144000" cy="37545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4" name="Google Shape;514;p94"/>
          <p:cNvSpPr txBox="1"/>
          <p:nvPr>
            <p:ph idx="12" type="sldNum"/>
          </p:nvPr>
        </p:nvSpPr>
        <p:spPr>
          <a:xfrm>
            <a:off x="295276" y="4791393"/>
            <a:ext cx="478500" cy="171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50"/>
              <a:buFont typeface="Arial"/>
              <a:buNone/>
              <a:defRPr b="0" i="0" sz="7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515" name="Google Shape;515;p94"/>
          <p:cNvSpPr txBox="1"/>
          <p:nvPr>
            <p:ph idx="10" type="dt"/>
          </p:nvPr>
        </p:nvSpPr>
        <p:spPr>
          <a:xfrm>
            <a:off x="900113" y="4791393"/>
            <a:ext cx="1676400" cy="1713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75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16" name="Google Shape;516;p94"/>
          <p:cNvSpPr txBox="1"/>
          <p:nvPr>
            <p:ph idx="11" type="ftr"/>
          </p:nvPr>
        </p:nvSpPr>
        <p:spPr>
          <a:xfrm>
            <a:off x="4999853" y="4791393"/>
            <a:ext cx="2396400" cy="1713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75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913">
          <p15:clr>
            <a:srgbClr val="FBAE40"/>
          </p15:clr>
        </p15:guide>
        <p15:guide id="2" pos="2880">
          <p15:clr>
            <a:srgbClr val="FBAE40"/>
          </p15:clr>
        </p15:guide>
        <p15:guide id="3" orient="horz" pos="2618">
          <p15:clr>
            <a:srgbClr val="FBAE40"/>
          </p15:clr>
        </p15:guide>
        <p15:guide id="4" orient="horz" pos="2323">
          <p15:clr>
            <a:srgbClr val="FBAE40"/>
          </p15:clr>
        </p15:guide>
        <p15:guide id="5" orient="horz" pos="2028">
          <p15:clr>
            <a:srgbClr val="FBAE40"/>
          </p15:clr>
        </p15:guide>
        <p15:guide id="6" orient="horz" pos="1733">
          <p15:clr>
            <a:srgbClr val="FBAE40"/>
          </p15:clr>
        </p15:guide>
        <p15:guide id="7" orient="horz" pos="1439">
          <p15:clr>
            <a:srgbClr val="FBAE40"/>
          </p15:clr>
        </p15:guide>
        <p15:guide id="8" orient="horz" pos="1144">
          <p15:clr>
            <a:srgbClr val="FBAE40"/>
          </p15:clr>
        </p15:guide>
        <p15:guide id="9" orient="horz" pos="849">
          <p15:clr>
            <a:srgbClr val="FBAE40"/>
          </p15:clr>
        </p15:guide>
        <p15:guide id="10" orient="horz" pos="548">
          <p15:clr>
            <a:srgbClr val="FBAE40"/>
          </p15:clr>
        </p15:guide>
        <p15:guide id="11" orient="horz" pos="260">
          <p15:clr>
            <a:srgbClr val="FBAE40"/>
          </p15:clr>
        </p15:guide>
        <p15:guide id="12" pos="3175">
          <p15:clr>
            <a:srgbClr val="FBAE40"/>
          </p15:clr>
        </p15:guide>
        <p15:guide id="13" pos="3470">
          <p15:clr>
            <a:srgbClr val="FBAE40"/>
          </p15:clr>
        </p15:guide>
        <p15:guide id="14" pos="3765">
          <p15:clr>
            <a:srgbClr val="FBAE40"/>
          </p15:clr>
        </p15:guide>
        <p15:guide id="15" pos="4059">
          <p15:clr>
            <a:srgbClr val="FBAE40"/>
          </p15:clr>
        </p15:guide>
        <p15:guide id="16" pos="4354">
          <p15:clr>
            <a:srgbClr val="FBAE40"/>
          </p15:clr>
        </p15:guide>
        <p15:guide id="17" pos="4649">
          <p15:clr>
            <a:srgbClr val="FBAE40"/>
          </p15:clr>
        </p15:guide>
        <p15:guide id="18" pos="4944">
          <p15:clr>
            <a:srgbClr val="FBAE40"/>
          </p15:clr>
        </p15:guide>
        <p15:guide id="19" pos="5239">
          <p15:clr>
            <a:srgbClr val="FBAE40"/>
          </p15:clr>
        </p15:guide>
        <p15:guide id="20" pos="5534">
          <p15:clr>
            <a:srgbClr val="FBAE40"/>
          </p15:clr>
        </p15:guide>
        <p15:guide id="21" pos="2585">
          <p15:clr>
            <a:srgbClr val="FBAE40"/>
          </p15:clr>
        </p15:guide>
        <p15:guide id="22" pos="2290">
          <p15:clr>
            <a:srgbClr val="FBAE40"/>
          </p15:clr>
        </p15:guide>
        <p15:guide id="23" pos="1995">
          <p15:clr>
            <a:srgbClr val="FBAE40"/>
          </p15:clr>
        </p15:guide>
        <p15:guide id="24" pos="1701">
          <p15:clr>
            <a:srgbClr val="FBAE40"/>
          </p15:clr>
        </p15:guide>
        <p15:guide id="25" pos="1406">
          <p15:clr>
            <a:srgbClr val="FBAE40"/>
          </p15:clr>
        </p15:guide>
        <p15:guide id="26" pos="1111">
          <p15:clr>
            <a:srgbClr val="FBAE40"/>
          </p15:clr>
        </p15:guide>
        <p15:guide id="27" pos="816">
          <p15:clr>
            <a:srgbClr val="FBAE40"/>
          </p15:clr>
        </p15:guide>
        <p15:guide id="28" pos="521">
          <p15:clr>
            <a:srgbClr val="FBAE40"/>
          </p15:clr>
        </p15:guide>
        <p15:guide id="29" pos="22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521" name="Shape 521"/>
        <p:cNvGrpSpPr/>
        <p:nvPr/>
      </p:nvGrpSpPr>
      <p:grpSpPr>
        <a:xfrm>
          <a:off x="0" y="0"/>
          <a:ext cx="0" cy="0"/>
          <a:chOff x="0" y="0"/>
          <a:chExt cx="0" cy="0"/>
        </a:xfrm>
      </p:grpSpPr>
      <p:sp>
        <p:nvSpPr>
          <p:cNvPr id="522" name="Google Shape;522;p31"/>
          <p:cNvSpPr txBox="1"/>
          <p:nvPr>
            <p:ph type="ctrTitle"/>
          </p:nvPr>
        </p:nvSpPr>
        <p:spPr>
          <a:xfrm>
            <a:off x="583924" y="610688"/>
            <a:ext cx="6858000" cy="567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b="1" i="0" sz="3300">
                <a:solidFill>
                  <a:srgbClr val="4D1282"/>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3" name="Google Shape;523;p31"/>
          <p:cNvSpPr txBox="1"/>
          <p:nvPr>
            <p:ph idx="1" type="subTitle"/>
          </p:nvPr>
        </p:nvSpPr>
        <p:spPr>
          <a:xfrm>
            <a:off x="583924" y="1244308"/>
            <a:ext cx="6858000" cy="365832"/>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800"/>
              <a:buNone/>
              <a:defRPr sz="1800">
                <a:solidFill>
                  <a:srgbClr val="585858"/>
                </a:solidFill>
                <a:latin typeface="Arial"/>
                <a:ea typeface="Arial"/>
                <a:cs typeface="Arial"/>
                <a:sym typeface="Arial"/>
              </a:defRPr>
            </a:lvl1pPr>
            <a:lvl2pPr lvl="1" algn="ctr">
              <a:lnSpc>
                <a:spcPct val="115000"/>
              </a:lnSpc>
              <a:spcBef>
                <a:spcPts val="0"/>
              </a:spcBef>
              <a:spcAft>
                <a:spcPts val="0"/>
              </a:spcAft>
              <a:buSzPts val="1400"/>
              <a:buNone/>
              <a:defRPr sz="1500"/>
            </a:lvl2pPr>
            <a:lvl3pPr lvl="2" algn="ctr">
              <a:lnSpc>
                <a:spcPct val="115000"/>
              </a:lnSpc>
              <a:spcBef>
                <a:spcPts val="0"/>
              </a:spcBef>
              <a:spcAft>
                <a:spcPts val="0"/>
              </a:spcAft>
              <a:buSzPts val="1400"/>
              <a:buNone/>
              <a:defRPr sz="1350"/>
            </a:lvl3pPr>
            <a:lvl4pPr lvl="3" algn="ctr">
              <a:lnSpc>
                <a:spcPct val="115000"/>
              </a:lnSpc>
              <a:spcBef>
                <a:spcPts val="0"/>
              </a:spcBef>
              <a:spcAft>
                <a:spcPts val="0"/>
              </a:spcAft>
              <a:buSzPts val="1400"/>
              <a:buNone/>
              <a:defRPr sz="1200"/>
            </a:lvl4pPr>
            <a:lvl5pPr lvl="4" algn="ctr">
              <a:lnSpc>
                <a:spcPct val="115000"/>
              </a:lnSpc>
              <a:spcBef>
                <a:spcPts val="0"/>
              </a:spcBef>
              <a:spcAft>
                <a:spcPts val="0"/>
              </a:spcAft>
              <a:buSzPts val="1400"/>
              <a:buNone/>
              <a:defRPr sz="1200"/>
            </a:lvl5pPr>
            <a:lvl6pPr lvl="5" algn="ctr">
              <a:lnSpc>
                <a:spcPct val="115000"/>
              </a:lnSpc>
              <a:spcBef>
                <a:spcPts val="0"/>
              </a:spcBef>
              <a:spcAft>
                <a:spcPts val="0"/>
              </a:spcAft>
              <a:buSzPts val="1400"/>
              <a:buNone/>
              <a:defRPr sz="1200"/>
            </a:lvl6pPr>
            <a:lvl7pPr lvl="6" algn="ctr">
              <a:lnSpc>
                <a:spcPct val="115000"/>
              </a:lnSpc>
              <a:spcBef>
                <a:spcPts val="0"/>
              </a:spcBef>
              <a:spcAft>
                <a:spcPts val="0"/>
              </a:spcAft>
              <a:buSzPts val="1400"/>
              <a:buNone/>
              <a:defRPr sz="1200"/>
            </a:lvl7pPr>
            <a:lvl8pPr lvl="7" algn="ctr">
              <a:lnSpc>
                <a:spcPct val="115000"/>
              </a:lnSpc>
              <a:spcBef>
                <a:spcPts val="0"/>
              </a:spcBef>
              <a:spcAft>
                <a:spcPts val="0"/>
              </a:spcAft>
              <a:buSzPts val="1400"/>
              <a:buNone/>
              <a:defRPr sz="1200"/>
            </a:lvl8pPr>
            <a:lvl9pPr lvl="8" algn="ctr">
              <a:lnSpc>
                <a:spcPct val="115000"/>
              </a:lnSpc>
              <a:spcBef>
                <a:spcPts val="0"/>
              </a:spcBef>
              <a:spcAft>
                <a:spcPts val="0"/>
              </a:spcAft>
              <a:buSzPts val="1400"/>
              <a:buNone/>
              <a:defRPr sz="1200"/>
            </a:lvl9pPr>
          </a:lstStyle>
          <a:p/>
        </p:txBody>
      </p:sp>
      <p:sp>
        <p:nvSpPr>
          <p:cNvPr id="524" name="Google Shape;524;p31"/>
          <p:cNvSpPr txBox="1"/>
          <p:nvPr>
            <p:ph idx="2" type="body"/>
          </p:nvPr>
        </p:nvSpPr>
        <p:spPr>
          <a:xfrm>
            <a:off x="583924" y="1676661"/>
            <a:ext cx="6858000" cy="2699042"/>
          </a:xfrm>
          <a:prstGeom prst="rect">
            <a:avLst/>
          </a:prstGeom>
          <a:noFill/>
          <a:ln>
            <a:noFill/>
          </a:ln>
        </p:spPr>
        <p:txBody>
          <a:bodyPr anchorCtr="0" anchor="t" bIns="91425" lIns="91425" spcFirstLastPara="1" rIns="91425" wrap="square" tIns="91425">
            <a:normAutofit/>
          </a:bodyPr>
          <a:lstStyle>
            <a:lvl1pPr indent="-228600" lvl="0" marL="457200" algn="l">
              <a:lnSpc>
                <a:spcPct val="115000"/>
              </a:lnSpc>
              <a:spcBef>
                <a:spcPts val="0"/>
              </a:spcBef>
              <a:spcAft>
                <a:spcPts val="0"/>
              </a:spcAft>
              <a:buSzPts val="1800"/>
              <a:buNone/>
              <a:defRPr sz="1500">
                <a:solidFill>
                  <a:schemeClr val="dk1"/>
                </a:solidFill>
                <a:latin typeface="Arial"/>
                <a:ea typeface="Arial"/>
                <a:cs typeface="Arial"/>
                <a:sym typeface="Arial"/>
              </a:defRPr>
            </a:lvl1pPr>
            <a:lvl2pPr indent="-228600" lvl="1" marL="914400" algn="l">
              <a:lnSpc>
                <a:spcPct val="115000"/>
              </a:lnSpc>
              <a:spcBef>
                <a:spcPts val="0"/>
              </a:spcBef>
              <a:spcAft>
                <a:spcPts val="0"/>
              </a:spcAft>
              <a:buSzPts val="1400"/>
              <a:buNone/>
              <a:defRPr sz="1500">
                <a:solidFill>
                  <a:srgbClr val="888888"/>
                </a:solidFill>
              </a:defRPr>
            </a:lvl2pPr>
            <a:lvl3pPr indent="-228600" lvl="2" marL="1371600" algn="l">
              <a:lnSpc>
                <a:spcPct val="115000"/>
              </a:lnSpc>
              <a:spcBef>
                <a:spcPts val="0"/>
              </a:spcBef>
              <a:spcAft>
                <a:spcPts val="0"/>
              </a:spcAft>
              <a:buSzPts val="1400"/>
              <a:buNone/>
              <a:defRPr sz="1350">
                <a:solidFill>
                  <a:srgbClr val="888888"/>
                </a:solidFill>
              </a:defRPr>
            </a:lvl3pPr>
            <a:lvl4pPr indent="-228600" lvl="3" marL="1828800" algn="l">
              <a:lnSpc>
                <a:spcPct val="115000"/>
              </a:lnSpc>
              <a:spcBef>
                <a:spcPts val="0"/>
              </a:spcBef>
              <a:spcAft>
                <a:spcPts val="0"/>
              </a:spcAft>
              <a:buSzPts val="1400"/>
              <a:buNone/>
              <a:defRPr sz="1200">
                <a:solidFill>
                  <a:srgbClr val="888888"/>
                </a:solidFill>
              </a:defRPr>
            </a:lvl4pPr>
            <a:lvl5pPr indent="-228600" lvl="4" marL="2286000" algn="l">
              <a:lnSpc>
                <a:spcPct val="115000"/>
              </a:lnSpc>
              <a:spcBef>
                <a:spcPts val="0"/>
              </a:spcBef>
              <a:spcAft>
                <a:spcPts val="0"/>
              </a:spcAft>
              <a:buSzPts val="1400"/>
              <a:buNone/>
              <a:defRPr sz="1200">
                <a:solidFill>
                  <a:srgbClr val="888888"/>
                </a:solidFill>
              </a:defRPr>
            </a:lvl5pPr>
            <a:lvl6pPr indent="-228600" lvl="5" marL="2743200" algn="l">
              <a:lnSpc>
                <a:spcPct val="115000"/>
              </a:lnSpc>
              <a:spcBef>
                <a:spcPts val="0"/>
              </a:spcBef>
              <a:spcAft>
                <a:spcPts val="0"/>
              </a:spcAft>
              <a:buSzPts val="1400"/>
              <a:buNone/>
              <a:defRPr sz="1200">
                <a:solidFill>
                  <a:srgbClr val="888888"/>
                </a:solidFill>
              </a:defRPr>
            </a:lvl6pPr>
            <a:lvl7pPr indent="-228600" lvl="6" marL="3200400" algn="l">
              <a:lnSpc>
                <a:spcPct val="115000"/>
              </a:lnSpc>
              <a:spcBef>
                <a:spcPts val="0"/>
              </a:spcBef>
              <a:spcAft>
                <a:spcPts val="0"/>
              </a:spcAft>
              <a:buSzPts val="1400"/>
              <a:buNone/>
              <a:defRPr sz="1200">
                <a:solidFill>
                  <a:srgbClr val="888888"/>
                </a:solidFill>
              </a:defRPr>
            </a:lvl7pPr>
            <a:lvl8pPr indent="-228600" lvl="7" marL="3657600" algn="l">
              <a:lnSpc>
                <a:spcPct val="115000"/>
              </a:lnSpc>
              <a:spcBef>
                <a:spcPts val="0"/>
              </a:spcBef>
              <a:spcAft>
                <a:spcPts val="0"/>
              </a:spcAft>
              <a:buSzPts val="1400"/>
              <a:buNone/>
              <a:defRPr sz="1200">
                <a:solidFill>
                  <a:srgbClr val="888888"/>
                </a:solidFill>
              </a:defRPr>
            </a:lvl8pPr>
            <a:lvl9pPr indent="-228600" lvl="8" marL="4114800" algn="l">
              <a:lnSpc>
                <a:spcPct val="115000"/>
              </a:lnSpc>
              <a:spcBef>
                <a:spcPts val="0"/>
              </a:spcBef>
              <a:spcAft>
                <a:spcPts val="0"/>
              </a:spcAft>
              <a:buSzPts val="1400"/>
              <a:buNone/>
              <a:defRPr sz="1200">
                <a:solidFill>
                  <a:srgbClr val="888888"/>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5" name="Shape 525"/>
        <p:cNvGrpSpPr/>
        <p:nvPr/>
      </p:nvGrpSpPr>
      <p:grpSpPr>
        <a:xfrm>
          <a:off x="0" y="0"/>
          <a:ext cx="0" cy="0"/>
          <a:chOff x="0" y="0"/>
          <a:chExt cx="0" cy="0"/>
        </a:xfrm>
      </p:grpSpPr>
      <p:sp>
        <p:nvSpPr>
          <p:cNvPr id="526" name="Google Shape;526;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27" name="Google Shape;527;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8" name="Google Shape;52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29" name="Shape 529"/>
        <p:cNvGrpSpPr/>
        <p:nvPr/>
      </p:nvGrpSpPr>
      <p:grpSpPr>
        <a:xfrm>
          <a:off x="0" y="0"/>
          <a:ext cx="0" cy="0"/>
          <a:chOff x="0" y="0"/>
          <a:chExt cx="0" cy="0"/>
        </a:xfrm>
      </p:grpSpPr>
      <p:sp>
        <p:nvSpPr>
          <p:cNvPr id="530" name="Google Shape;530;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1" name="Google Shape;531;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2" name="Google Shape;53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3" name="Shape 533"/>
        <p:cNvGrpSpPr/>
        <p:nvPr/>
      </p:nvGrpSpPr>
      <p:grpSpPr>
        <a:xfrm>
          <a:off x="0" y="0"/>
          <a:ext cx="0" cy="0"/>
          <a:chOff x="0" y="0"/>
          <a:chExt cx="0" cy="0"/>
        </a:xfrm>
      </p:grpSpPr>
      <p:sp>
        <p:nvSpPr>
          <p:cNvPr id="534" name="Google Shape;534;p3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35" name="Google Shape;53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6" name="Shape 536"/>
        <p:cNvGrpSpPr/>
        <p:nvPr/>
      </p:nvGrpSpPr>
      <p:grpSpPr>
        <a:xfrm>
          <a:off x="0" y="0"/>
          <a:ext cx="0" cy="0"/>
          <a:chOff x="0" y="0"/>
          <a:chExt cx="0" cy="0"/>
        </a:xfrm>
      </p:grpSpPr>
      <p:sp>
        <p:nvSpPr>
          <p:cNvPr id="537" name="Google Shape;537;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8" name="Google Shape;538;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39" name="Google Shape;539;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0" name="Google Shape;54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1" name="Shape 541"/>
        <p:cNvGrpSpPr/>
        <p:nvPr/>
      </p:nvGrpSpPr>
      <p:grpSpPr>
        <a:xfrm>
          <a:off x="0" y="0"/>
          <a:ext cx="0" cy="0"/>
          <a:chOff x="0" y="0"/>
          <a:chExt cx="0" cy="0"/>
        </a:xfrm>
      </p:grpSpPr>
      <p:sp>
        <p:nvSpPr>
          <p:cNvPr id="542" name="Google Shape;54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3" name="Google Shape;54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4" name="Shape 544"/>
        <p:cNvGrpSpPr/>
        <p:nvPr/>
      </p:nvGrpSpPr>
      <p:grpSpPr>
        <a:xfrm>
          <a:off x="0" y="0"/>
          <a:ext cx="0" cy="0"/>
          <a:chOff x="0" y="0"/>
          <a:chExt cx="0" cy="0"/>
        </a:xfrm>
      </p:grpSpPr>
      <p:sp>
        <p:nvSpPr>
          <p:cNvPr id="545" name="Google Shape;545;p3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46" name="Google Shape;546;p3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7" name="Google Shape;54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8" name="Shape 548"/>
        <p:cNvGrpSpPr/>
        <p:nvPr/>
      </p:nvGrpSpPr>
      <p:grpSpPr>
        <a:xfrm>
          <a:off x="0" y="0"/>
          <a:ext cx="0" cy="0"/>
          <a:chOff x="0" y="0"/>
          <a:chExt cx="0" cy="0"/>
        </a:xfrm>
      </p:grpSpPr>
      <p:sp>
        <p:nvSpPr>
          <p:cNvPr id="549" name="Google Shape;549;p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50" name="Google Shape;55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1" name="Shape 551"/>
        <p:cNvGrpSpPr/>
        <p:nvPr/>
      </p:nvGrpSpPr>
      <p:grpSpPr>
        <a:xfrm>
          <a:off x="0" y="0"/>
          <a:ext cx="0" cy="0"/>
          <a:chOff x="0" y="0"/>
          <a:chExt cx="0" cy="0"/>
        </a:xfrm>
      </p:grpSpPr>
      <p:sp>
        <p:nvSpPr>
          <p:cNvPr id="552" name="Google Shape;552;p3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3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54" name="Google Shape;554;p3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5" name="Google Shape;555;p3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56" name="Google Shape;55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7" name="Shape 557"/>
        <p:cNvGrpSpPr/>
        <p:nvPr/>
      </p:nvGrpSpPr>
      <p:grpSpPr>
        <a:xfrm>
          <a:off x="0" y="0"/>
          <a:ext cx="0" cy="0"/>
          <a:chOff x="0" y="0"/>
          <a:chExt cx="0" cy="0"/>
        </a:xfrm>
      </p:grpSpPr>
      <p:sp>
        <p:nvSpPr>
          <p:cNvPr id="558" name="Google Shape;558;p3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59" name="Google Shape;55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0" name="Shape 560"/>
        <p:cNvGrpSpPr/>
        <p:nvPr/>
      </p:nvGrpSpPr>
      <p:grpSpPr>
        <a:xfrm>
          <a:off x="0" y="0"/>
          <a:ext cx="0" cy="0"/>
          <a:chOff x="0" y="0"/>
          <a:chExt cx="0" cy="0"/>
        </a:xfrm>
      </p:grpSpPr>
      <p:sp>
        <p:nvSpPr>
          <p:cNvPr id="561" name="Google Shape;561;p3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2" name="Google Shape;562;p3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3" name="Google Shape;56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4" name="Shape 564"/>
        <p:cNvGrpSpPr/>
        <p:nvPr/>
      </p:nvGrpSpPr>
      <p:grpSpPr>
        <a:xfrm>
          <a:off x="0" y="0"/>
          <a:ext cx="0" cy="0"/>
          <a:chOff x="0" y="0"/>
          <a:chExt cx="0" cy="0"/>
        </a:xfrm>
      </p:grpSpPr>
      <p:sp>
        <p:nvSpPr>
          <p:cNvPr id="565" name="Google Shape;56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Slide" showMasterSp="0">
  <p:cSld name="2_Title_Slide 6">
    <p:spTree>
      <p:nvGrpSpPr>
        <p:cNvPr id="566" name="Shape 566"/>
        <p:cNvGrpSpPr/>
        <p:nvPr/>
      </p:nvGrpSpPr>
      <p:grpSpPr>
        <a:xfrm>
          <a:off x="0" y="0"/>
          <a:ext cx="0" cy="0"/>
          <a:chOff x="0" y="0"/>
          <a:chExt cx="0" cy="0"/>
        </a:xfrm>
      </p:grpSpPr>
      <p:pic>
        <p:nvPicPr>
          <p:cNvPr id="567" name="Google Shape;567;g3e409627349_0_1719"/>
          <p:cNvPicPr preferRelativeResize="0"/>
          <p:nvPr/>
        </p:nvPicPr>
        <p:blipFill rotWithShape="1">
          <a:blip r:embed="rId2">
            <a:alphaModFix/>
          </a:blip>
          <a:srcRect b="20" l="0" r="0" t="20"/>
          <a:stretch/>
        </p:blipFill>
        <p:spPr>
          <a:xfrm>
            <a:off x="4862486" y="-5821"/>
            <a:ext cx="4281511" cy="3289108"/>
          </a:xfrm>
          <a:prstGeom prst="rect">
            <a:avLst/>
          </a:prstGeom>
          <a:noFill/>
          <a:ln>
            <a:noFill/>
          </a:ln>
        </p:spPr>
      </p:pic>
      <p:pic>
        <p:nvPicPr>
          <p:cNvPr id="568" name="Google Shape;568;g3e409627349_0_1719"/>
          <p:cNvPicPr preferRelativeResize="0"/>
          <p:nvPr/>
        </p:nvPicPr>
        <p:blipFill rotWithShape="1">
          <a:blip r:embed="rId3">
            <a:alphaModFix/>
          </a:blip>
          <a:srcRect b="0" l="0" r="0" t="0"/>
          <a:stretch/>
        </p:blipFill>
        <p:spPr>
          <a:xfrm>
            <a:off x="1" y="-9492"/>
            <a:ext cx="6410225" cy="3292783"/>
          </a:xfrm>
          <a:prstGeom prst="rect">
            <a:avLst/>
          </a:prstGeom>
          <a:noFill/>
          <a:ln>
            <a:noFill/>
          </a:ln>
        </p:spPr>
      </p:pic>
      <p:pic>
        <p:nvPicPr>
          <p:cNvPr id="569" name="Google Shape;569;g3e409627349_0_1719"/>
          <p:cNvPicPr preferRelativeResize="0"/>
          <p:nvPr/>
        </p:nvPicPr>
        <p:blipFill rotWithShape="1">
          <a:blip r:embed="rId4">
            <a:alphaModFix/>
          </a:blip>
          <a:srcRect b="0" l="0" r="0" t="0"/>
          <a:stretch/>
        </p:blipFill>
        <p:spPr>
          <a:xfrm>
            <a:off x="7162295" y="4298592"/>
            <a:ext cx="1610399" cy="496002"/>
          </a:xfrm>
          <a:prstGeom prst="rect">
            <a:avLst/>
          </a:prstGeom>
          <a:noFill/>
          <a:ln>
            <a:noFill/>
          </a:ln>
        </p:spPr>
      </p:pic>
      <p:sp>
        <p:nvSpPr>
          <p:cNvPr id="570" name="Google Shape;570;g3e409627349_0_1719"/>
          <p:cNvSpPr txBox="1"/>
          <p:nvPr>
            <p:ph idx="1" type="body"/>
          </p:nvPr>
        </p:nvSpPr>
        <p:spPr>
          <a:xfrm>
            <a:off x="640556" y="3581009"/>
            <a:ext cx="3829200" cy="2919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800"/>
              <a:buNone/>
              <a:defRPr b="1" sz="1800">
                <a:solidFill>
                  <a:schemeClr val="dk2"/>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71" name="Google Shape;571;g3e409627349_0_1719"/>
          <p:cNvSpPr txBox="1"/>
          <p:nvPr>
            <p:ph idx="2" type="body"/>
          </p:nvPr>
        </p:nvSpPr>
        <p:spPr>
          <a:xfrm>
            <a:off x="640557" y="3896005"/>
            <a:ext cx="3037200" cy="2466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b="1"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72" name="Google Shape;572;g3e409627349_0_1719"/>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200"/>
              <a:buNone/>
              <a:defRPr sz="12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73" name="Google Shape;573;g3e409627349_0_1719"/>
          <p:cNvSpPr txBox="1"/>
          <p:nvPr>
            <p:ph idx="4" type="body"/>
          </p:nvPr>
        </p:nvSpPr>
        <p:spPr>
          <a:xfrm>
            <a:off x="640557" y="2310299"/>
            <a:ext cx="4867800" cy="526200"/>
          </a:xfrm>
          <a:prstGeom prst="rect">
            <a:avLst/>
          </a:prstGeom>
          <a:noFill/>
          <a:ln>
            <a:noFill/>
          </a:ln>
        </p:spPr>
        <p:txBody>
          <a:bodyPr anchorCtr="0" anchor="t" bIns="45700" lIns="0" spcFirstLastPara="1" rIns="91425" wrap="square" tIns="45700">
            <a:noAutofit/>
          </a:bodyPr>
          <a:lstStyle>
            <a:lvl1pPr indent="-228600" lvl="0" marL="457200" algn="l">
              <a:lnSpc>
                <a:spcPct val="90000"/>
              </a:lnSpc>
              <a:spcBef>
                <a:spcPts val="750"/>
              </a:spcBef>
              <a:spcAft>
                <a:spcPts val="0"/>
              </a:spcAft>
              <a:buSzPts val="1600"/>
              <a:buNone/>
              <a:defRPr b="1">
                <a:solidFill>
                  <a:schemeClr val="lt1"/>
                </a:solidFill>
              </a:defRPr>
            </a:lvl1pPr>
            <a:lvl2pPr indent="-228600" lvl="1" marL="914400" algn="l">
              <a:lnSpc>
                <a:spcPct val="90000"/>
              </a:lnSpc>
              <a:spcBef>
                <a:spcPts val="375"/>
              </a:spcBef>
              <a:spcAft>
                <a:spcPts val="0"/>
              </a:spcAft>
              <a:buSzPts val="1400"/>
              <a:buNone/>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
              <a:defRPr/>
            </a:lvl5pPr>
            <a:lvl6pPr indent="-342900" lvl="5" marL="2743200" algn="l">
              <a:lnSpc>
                <a:spcPct val="90000"/>
              </a:lnSpc>
              <a:spcBef>
                <a:spcPts val="375"/>
              </a:spcBef>
              <a:spcAft>
                <a:spcPts val="0"/>
              </a:spcAft>
              <a:buSzPts val="1800"/>
              <a:buChar char="■"/>
              <a:defRPr/>
            </a:lvl6pPr>
            <a:lvl7pPr indent="-342900" lvl="6" marL="3200400" algn="l">
              <a:lnSpc>
                <a:spcPct val="90000"/>
              </a:lnSpc>
              <a:spcBef>
                <a:spcPts val="375"/>
              </a:spcBef>
              <a:spcAft>
                <a:spcPts val="0"/>
              </a:spcAft>
              <a:buSzPts val="1800"/>
              <a:buChar char="●"/>
              <a:defRPr/>
            </a:lvl7pPr>
            <a:lvl8pPr indent="-342900" lvl="7" marL="3657600" algn="l">
              <a:lnSpc>
                <a:spcPct val="90000"/>
              </a:lnSpc>
              <a:spcBef>
                <a:spcPts val="375"/>
              </a:spcBef>
              <a:spcAft>
                <a:spcPts val="0"/>
              </a:spcAft>
              <a:buSzPts val="1800"/>
              <a:buChar char="○"/>
              <a:defRPr/>
            </a:lvl8pPr>
            <a:lvl9pPr indent="-342900" lvl="8" marL="4114800" algn="l">
              <a:lnSpc>
                <a:spcPct val="90000"/>
              </a:lnSpc>
              <a:spcBef>
                <a:spcPts val="375"/>
              </a:spcBef>
              <a:spcAft>
                <a:spcPts val="0"/>
              </a:spcAft>
              <a:buSzPts val="1800"/>
              <a:buChar char="■"/>
              <a:defRPr/>
            </a:lvl9pPr>
          </a:lstStyle>
          <a:p/>
        </p:txBody>
      </p:sp>
      <p:sp>
        <p:nvSpPr>
          <p:cNvPr id="574" name="Google Shape;574;g3e409627349_0_1719"/>
          <p:cNvSpPr txBox="1"/>
          <p:nvPr>
            <p:ph type="title"/>
          </p:nvPr>
        </p:nvSpPr>
        <p:spPr>
          <a:xfrm>
            <a:off x="640556" y="770936"/>
            <a:ext cx="5322000" cy="14154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529A43"/>
              </a:buClr>
              <a:buSzPts val="1650"/>
              <a:buFont typeface="Arial"/>
              <a:buNone/>
              <a:defRPr b="1" i="0" sz="3000" u="none" cap="none" strike="noStrike">
                <a:solidFill>
                  <a:srgbClr val="FFFFFF"/>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theme" Target="../theme/theme1.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3" Type="http://schemas.openxmlformats.org/officeDocument/2006/relationships/slideLayout" Target="../slideLayouts/slideLayout68.xml"/><Relationship Id="rId12" Type="http://schemas.openxmlformats.org/officeDocument/2006/relationships/slideLayout" Target="../slideLayouts/slideLayout6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38138" y="273844"/>
            <a:ext cx="8452200" cy="518400"/>
          </a:xfrm>
          <a:prstGeom prst="rect">
            <a:avLst/>
          </a:prstGeom>
          <a:noFill/>
          <a:ln>
            <a:noFill/>
          </a:ln>
        </p:spPr>
        <p:txBody>
          <a:bodyPr anchorCtr="0" anchor="b" bIns="45700" lIns="0" spcFirstLastPara="1" rIns="91425" wrap="square" tIns="45700">
            <a:noAutofit/>
          </a:bodyPr>
          <a:lstStyle>
            <a:lvl1pPr lvl="0" marR="0" rtl="0" algn="l">
              <a:lnSpc>
                <a:spcPct val="90000"/>
              </a:lnSpc>
              <a:spcBef>
                <a:spcPts val="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6"/>
          <p:cNvSpPr txBox="1"/>
          <p:nvPr>
            <p:ph idx="1" type="body"/>
          </p:nvPr>
        </p:nvSpPr>
        <p:spPr>
          <a:xfrm>
            <a:off x="338138" y="889824"/>
            <a:ext cx="8452200" cy="3753300"/>
          </a:xfrm>
          <a:prstGeom prst="rect">
            <a:avLst/>
          </a:prstGeom>
          <a:noFill/>
          <a:ln>
            <a:noFill/>
          </a:ln>
        </p:spPr>
        <p:txBody>
          <a:bodyPr anchorCtr="0" anchor="t" bIns="45700" lIns="0" spcFirstLastPara="1" rIns="91425" wrap="square" tIns="45700">
            <a:noAutofit/>
          </a:bodyPr>
          <a:lstStyle>
            <a:lvl1pPr indent="-330200" lvl="0" marL="457200" marR="0" rtl="0" algn="l">
              <a:lnSpc>
                <a:spcPct val="90000"/>
              </a:lnSpc>
              <a:spcBef>
                <a:spcPts val="75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375"/>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375"/>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375"/>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375"/>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09563" lvl="5" marL="2743200" marR="0" rtl="0" algn="l">
              <a:lnSpc>
                <a:spcPct val="90000"/>
              </a:lnSpc>
              <a:spcBef>
                <a:spcPts val="375"/>
              </a:spcBef>
              <a:spcAft>
                <a:spcPts val="0"/>
              </a:spcAft>
              <a:buClr>
                <a:schemeClr val="accent1"/>
              </a:buClr>
              <a:buSzPts val="1275"/>
              <a:buFont typeface="Arial"/>
              <a:buChar char="•"/>
              <a:defRPr b="0" i="0" sz="1275" u="none" cap="none" strike="noStrike">
                <a:solidFill>
                  <a:schemeClr val="dk1"/>
                </a:solidFill>
                <a:latin typeface="Arial"/>
                <a:ea typeface="Arial"/>
                <a:cs typeface="Arial"/>
                <a:sym typeface="Arial"/>
              </a:defRPr>
            </a:lvl6pPr>
            <a:lvl7pPr indent="-309563" lvl="6" marL="3200400" marR="0" rtl="0" algn="l">
              <a:lnSpc>
                <a:spcPct val="90000"/>
              </a:lnSpc>
              <a:spcBef>
                <a:spcPts val="375"/>
              </a:spcBef>
              <a:spcAft>
                <a:spcPts val="0"/>
              </a:spcAft>
              <a:buClr>
                <a:schemeClr val="accent1"/>
              </a:buClr>
              <a:buSzPts val="1275"/>
              <a:buFont typeface="Arial"/>
              <a:buChar char="•"/>
              <a:defRPr b="0" i="0" sz="1275" u="none" cap="none" strike="noStrike">
                <a:solidFill>
                  <a:schemeClr val="dk1"/>
                </a:solidFill>
                <a:latin typeface="Arial"/>
                <a:ea typeface="Arial"/>
                <a:cs typeface="Arial"/>
                <a:sym typeface="Arial"/>
              </a:defRPr>
            </a:lvl7pPr>
            <a:lvl8pPr indent="-309563" lvl="7" marL="3657600" marR="0" rtl="0" algn="l">
              <a:lnSpc>
                <a:spcPct val="90000"/>
              </a:lnSpc>
              <a:spcBef>
                <a:spcPts val="375"/>
              </a:spcBef>
              <a:spcAft>
                <a:spcPts val="0"/>
              </a:spcAft>
              <a:buClr>
                <a:schemeClr val="accent1"/>
              </a:buClr>
              <a:buSzPts val="1275"/>
              <a:buFont typeface="Arial"/>
              <a:buChar char="•"/>
              <a:defRPr b="0" i="0" sz="1275" u="none" cap="none" strike="noStrike">
                <a:solidFill>
                  <a:schemeClr val="dk1"/>
                </a:solidFill>
                <a:latin typeface="Arial"/>
                <a:ea typeface="Arial"/>
                <a:cs typeface="Arial"/>
                <a:sym typeface="Arial"/>
              </a:defRPr>
            </a:lvl8pPr>
            <a:lvl9pPr indent="-309563" lvl="8" marL="4114800" marR="0" rtl="0" algn="l">
              <a:lnSpc>
                <a:spcPct val="90000"/>
              </a:lnSpc>
              <a:spcBef>
                <a:spcPts val="375"/>
              </a:spcBef>
              <a:spcAft>
                <a:spcPts val="0"/>
              </a:spcAft>
              <a:buClr>
                <a:schemeClr val="accent1"/>
              </a:buClr>
              <a:buSzPts val="1275"/>
              <a:buFont typeface="Arial"/>
              <a:buChar char="•"/>
              <a:defRPr b="0" i="0" sz="1275" u="none" cap="none" strike="noStrike">
                <a:solidFill>
                  <a:schemeClr val="dk1"/>
                </a:solidFill>
                <a:latin typeface="Arial"/>
                <a:ea typeface="Arial"/>
                <a:cs typeface="Arial"/>
                <a:sym typeface="Arial"/>
              </a:defRPr>
            </a:lvl9pPr>
          </a:lstStyle>
          <a:p/>
        </p:txBody>
      </p:sp>
      <p:pic>
        <p:nvPicPr>
          <p:cNvPr id="8" name="Google Shape;8;p26"/>
          <p:cNvPicPr preferRelativeResize="0"/>
          <p:nvPr/>
        </p:nvPicPr>
        <p:blipFill rotWithShape="1">
          <a:blip r:embed="rId1">
            <a:alphaModFix/>
          </a:blip>
          <a:srcRect b="0" l="0" r="0" t="0"/>
          <a:stretch/>
        </p:blipFill>
        <p:spPr>
          <a:xfrm>
            <a:off x="7883544" y="4733778"/>
            <a:ext cx="928177" cy="285878"/>
          </a:xfrm>
          <a:prstGeom prst="rect">
            <a:avLst/>
          </a:prstGeom>
          <a:noFill/>
          <a:ln>
            <a:noFill/>
          </a:ln>
        </p:spPr>
      </p:pic>
      <p:sp>
        <p:nvSpPr>
          <p:cNvPr id="9" name="Google Shape;9;p26"/>
          <p:cNvSpPr txBox="1"/>
          <p:nvPr>
            <p:ph idx="12" type="sldNum"/>
          </p:nvPr>
        </p:nvSpPr>
        <p:spPr>
          <a:xfrm>
            <a:off x="338137" y="4744094"/>
            <a:ext cx="4404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E"/>
              <a:t>‹#›</a:t>
            </a:fld>
            <a:endParaRPr/>
          </a:p>
        </p:txBody>
      </p:sp>
      <p:sp>
        <p:nvSpPr>
          <p:cNvPr id="10" name="Google Shape;10;p26"/>
          <p:cNvSpPr txBox="1"/>
          <p:nvPr>
            <p:ph idx="10" type="dt"/>
          </p:nvPr>
        </p:nvSpPr>
        <p:spPr>
          <a:xfrm>
            <a:off x="892775" y="4744094"/>
            <a:ext cx="9051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9pPr>
          </a:lstStyle>
          <a:p/>
        </p:txBody>
      </p:sp>
      <p:sp>
        <p:nvSpPr>
          <p:cNvPr id="11" name="Google Shape;11;p26"/>
          <p:cNvSpPr txBox="1"/>
          <p:nvPr>
            <p:ph idx="11" type="ftr"/>
          </p:nvPr>
        </p:nvSpPr>
        <p:spPr>
          <a:xfrm>
            <a:off x="4998308" y="4744094"/>
            <a:ext cx="29163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pos="213">
          <p15:clr>
            <a:srgbClr val="F26B43"/>
          </p15:clr>
        </p15:guide>
        <p15:guide id="4" pos="5537">
          <p15:clr>
            <a:srgbClr val="F26B43"/>
          </p15:clr>
        </p15:guide>
        <p15:guide id="5" orient="horz" pos="170">
          <p15:clr>
            <a:srgbClr val="F26B43"/>
          </p15:clr>
        </p15:guide>
        <p15:guide id="6" orient="horz" pos="2925">
          <p15:clr>
            <a:srgbClr val="F26B43"/>
          </p15:clr>
        </p15:guide>
        <p15:guide id="7" pos="1988">
          <p15:clr>
            <a:srgbClr val="F26B43"/>
          </p15:clr>
        </p15:guide>
        <p15:guide id="8" pos="375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17" name="Shape 517"/>
        <p:cNvGrpSpPr/>
        <p:nvPr/>
      </p:nvGrpSpPr>
      <p:grpSpPr>
        <a:xfrm>
          <a:off x="0" y="0"/>
          <a:ext cx="0" cy="0"/>
          <a:chOff x="0" y="0"/>
          <a:chExt cx="0" cy="0"/>
        </a:xfrm>
      </p:grpSpPr>
      <p:sp>
        <p:nvSpPr>
          <p:cNvPr id="518" name="Google Shape;51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19" name="Google Shape;519;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20" name="Google Shape;520;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E"/>
              <a:t>‹#›</a:t>
            </a:fld>
            <a:endParaRPr/>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xml"/><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41.png"/><Relationship Id="rId6"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6.png"/><Relationship Id="rId7"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27.png"/><Relationship Id="rId7"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6.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7.xml"/><Relationship Id="rId3" Type="http://schemas.openxmlformats.org/officeDocument/2006/relationships/image" Target="../media/image50.png"/><Relationship Id="rId4" Type="http://schemas.openxmlformats.org/officeDocument/2006/relationships/image" Target="../media/image35.png"/><Relationship Id="rId5"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0.png"/><Relationship Id="rId6" Type="http://schemas.openxmlformats.org/officeDocument/2006/relationships/hyperlink" Target="https://geneontology.or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0.xml"/><Relationship Id="rId3" Type="http://schemas.openxmlformats.org/officeDocument/2006/relationships/image" Target="../media/image46.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1.xml"/><Relationship Id="rId3" Type="http://schemas.openxmlformats.org/officeDocument/2006/relationships/image" Target="../media/image47.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 Id="rId3" Type="http://schemas.openxmlformats.org/officeDocument/2006/relationships/image" Target="../media/image44.jpg"/><Relationship Id="rId4" Type="http://schemas.openxmlformats.org/officeDocument/2006/relationships/image" Target="../media/image45.png"/><Relationship Id="rId5" Type="http://schemas.openxmlformats.org/officeDocument/2006/relationships/image" Target="../media/image49.png"/><Relationship Id="rId6" Type="http://schemas.openxmlformats.org/officeDocument/2006/relationships/image" Target="../media/image24.png"/><Relationship Id="rId7"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
          <p:cNvSpPr txBox="1"/>
          <p:nvPr>
            <p:ph type="title"/>
          </p:nvPr>
        </p:nvSpPr>
        <p:spPr>
          <a:xfrm>
            <a:off x="640550" y="1215025"/>
            <a:ext cx="5315400" cy="1156800"/>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dk1"/>
              </a:buClr>
              <a:buSzPts val="990"/>
              <a:buFont typeface="Arial"/>
              <a:buNone/>
            </a:pPr>
            <a:r>
              <a:rPr lang="en-IE" sz="2400">
                <a:solidFill>
                  <a:schemeClr val="lt1"/>
                </a:solidFill>
              </a:rPr>
              <a:t>Development and integration of genetic co-essentiality in the Perturbation Catalogue</a:t>
            </a:r>
            <a:endParaRPr sz="2500">
              <a:solidFill>
                <a:schemeClr val="lt1"/>
              </a:solidFill>
            </a:endParaRPr>
          </a:p>
        </p:txBody>
      </p:sp>
      <p:sp>
        <p:nvSpPr>
          <p:cNvPr id="580" name="Google Shape;580;p1"/>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SzPts val="1200"/>
              <a:buNone/>
            </a:pPr>
            <a:r>
              <a:rPr lang="en-IE"/>
              <a:t>www.ebi.ac.uk</a:t>
            </a:r>
            <a:endParaRPr/>
          </a:p>
        </p:txBody>
      </p:sp>
      <p:sp>
        <p:nvSpPr>
          <p:cNvPr id="581" name="Google Shape;581;p1"/>
          <p:cNvSpPr txBox="1"/>
          <p:nvPr>
            <p:ph idx="4" type="body"/>
          </p:nvPr>
        </p:nvSpPr>
        <p:spPr>
          <a:xfrm>
            <a:off x="1834100" y="3426326"/>
            <a:ext cx="5198100" cy="1291200"/>
          </a:xfrm>
          <a:prstGeom prst="rect">
            <a:avLst/>
          </a:prstGeom>
          <a:noFill/>
          <a:ln>
            <a:noFill/>
          </a:ln>
        </p:spPr>
        <p:txBody>
          <a:bodyPr anchorCtr="0" anchor="t" bIns="45700" lIns="0" spcFirstLastPara="1" rIns="91425" wrap="square" tIns="45700">
            <a:noAutofit/>
          </a:bodyPr>
          <a:lstStyle/>
          <a:p>
            <a:pPr indent="0" lvl="0" marL="0" rtl="0" algn="ctr">
              <a:lnSpc>
                <a:spcPct val="80000"/>
              </a:lnSpc>
              <a:spcBef>
                <a:spcPts val="0"/>
              </a:spcBef>
              <a:spcAft>
                <a:spcPts val="0"/>
              </a:spcAft>
              <a:buClr>
                <a:schemeClr val="dk1"/>
              </a:buClr>
              <a:buSzPts val="1100"/>
              <a:buFont typeface="Arial"/>
              <a:buNone/>
            </a:pPr>
            <a:r>
              <a:rPr b="0" lang="en-IE" sz="1500">
                <a:solidFill>
                  <a:schemeClr val="dk1"/>
                </a:solidFill>
              </a:rPr>
              <a:t>Genome Assembly and Annotation (GAA) Section Talk</a:t>
            </a:r>
            <a:endParaRPr b="0" sz="1500">
              <a:solidFill>
                <a:schemeClr val="dk1"/>
              </a:solidFill>
            </a:endParaRPr>
          </a:p>
          <a:p>
            <a:pPr indent="0" lvl="0" marL="0" rtl="0" algn="ctr">
              <a:lnSpc>
                <a:spcPct val="80000"/>
              </a:lnSpc>
              <a:spcBef>
                <a:spcPts val="0"/>
              </a:spcBef>
              <a:spcAft>
                <a:spcPts val="0"/>
              </a:spcAft>
              <a:buClr>
                <a:schemeClr val="dk1"/>
              </a:buClr>
              <a:buSzPts val="1100"/>
              <a:buFont typeface="Arial"/>
              <a:buNone/>
            </a:pPr>
            <a:r>
              <a:rPr b="0" lang="en-IE" sz="1500">
                <a:solidFill>
                  <a:schemeClr val="dk1"/>
                </a:solidFill>
              </a:rPr>
              <a:t>29 June 2026</a:t>
            </a:r>
            <a:endParaRPr b="0" sz="1500">
              <a:solidFill>
                <a:schemeClr val="dk1"/>
              </a:solidFill>
            </a:endParaRPr>
          </a:p>
          <a:p>
            <a:pPr indent="0" lvl="0" marL="0" rtl="0" algn="ctr">
              <a:lnSpc>
                <a:spcPct val="80000"/>
              </a:lnSpc>
              <a:spcBef>
                <a:spcPts val="0"/>
              </a:spcBef>
              <a:spcAft>
                <a:spcPts val="0"/>
              </a:spcAft>
              <a:buClr>
                <a:schemeClr val="dk1"/>
              </a:buClr>
              <a:buSzPts val="1100"/>
              <a:buFont typeface="Arial"/>
              <a:buNone/>
            </a:pPr>
            <a:r>
              <a:t/>
            </a:r>
            <a:endParaRPr b="0" sz="1500">
              <a:solidFill>
                <a:schemeClr val="dk1"/>
              </a:solidFill>
            </a:endParaRPr>
          </a:p>
          <a:p>
            <a:pPr indent="0" lvl="0" marL="0" rtl="0" algn="ctr">
              <a:lnSpc>
                <a:spcPct val="80000"/>
              </a:lnSpc>
              <a:spcBef>
                <a:spcPts val="0"/>
              </a:spcBef>
              <a:spcAft>
                <a:spcPts val="0"/>
              </a:spcAft>
              <a:buClr>
                <a:schemeClr val="dk1"/>
              </a:buClr>
              <a:buSzPts val="1100"/>
              <a:buFont typeface="Arial"/>
              <a:buNone/>
            </a:pPr>
            <a:r>
              <a:rPr b="0" lang="en-IE" sz="1500">
                <a:solidFill>
                  <a:schemeClr val="dk1"/>
                </a:solidFill>
              </a:rPr>
              <a:t>Stefanus Bernard</a:t>
            </a:r>
            <a:endParaRPr b="0" sz="1500">
              <a:solidFill>
                <a:schemeClr val="dk1"/>
              </a:solidFill>
            </a:endParaRPr>
          </a:p>
          <a:p>
            <a:pPr indent="0" lvl="0" marL="0" rtl="0" algn="ctr">
              <a:lnSpc>
                <a:spcPct val="80000"/>
              </a:lnSpc>
              <a:spcBef>
                <a:spcPts val="0"/>
              </a:spcBef>
              <a:spcAft>
                <a:spcPts val="0"/>
              </a:spcAft>
              <a:buClr>
                <a:schemeClr val="dk1"/>
              </a:buClr>
              <a:buSzPts val="1100"/>
              <a:buFont typeface="Arial"/>
              <a:buNone/>
            </a:pPr>
            <a:r>
              <a:rPr b="0" lang="en-IE" sz="1500">
                <a:solidFill>
                  <a:schemeClr val="dk1"/>
                </a:solidFill>
              </a:rPr>
              <a:t>Visiting PhD Fellow in the Human Genomics (Perturbation Catalogue) team - European Bioinformatics Institute</a:t>
            </a:r>
            <a:endParaRPr b="0" sz="1500">
              <a:solidFill>
                <a:schemeClr val="dk1"/>
              </a:solidFill>
            </a:endParaRPr>
          </a:p>
          <a:p>
            <a:pPr indent="0" lvl="0" marL="0" rtl="0" algn="l">
              <a:lnSpc>
                <a:spcPct val="90000"/>
              </a:lnSpc>
              <a:spcBef>
                <a:spcPts val="0"/>
              </a:spcBef>
              <a:spcAft>
                <a:spcPts val="0"/>
              </a:spcAft>
              <a:buSzPts val="1600"/>
              <a:buNone/>
            </a:pPr>
            <a:r>
              <a:t/>
            </a:r>
            <a:endParaRPr sz="15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
          <p:cNvSpPr txBox="1"/>
          <p:nvPr>
            <p:ph idx="4294967295" type="ctrTitle"/>
          </p:nvPr>
        </p:nvSpPr>
        <p:spPr>
          <a:xfrm>
            <a:off x="311700" y="97672"/>
            <a:ext cx="8520600" cy="41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90"/>
              <a:buFont typeface="Arial"/>
              <a:buNone/>
            </a:pPr>
            <a:r>
              <a:rPr b="0" i="0" lang="en-IE" sz="1350" u="none" cap="none" strike="noStrike">
                <a:solidFill>
                  <a:schemeClr val="dk1"/>
                </a:solidFill>
                <a:latin typeface="Arial"/>
                <a:ea typeface="Arial"/>
                <a:cs typeface="Arial"/>
                <a:sym typeface="Arial"/>
              </a:rPr>
              <a:t>The value of genetic co-essentiality from CRISPR-KO screens</a:t>
            </a:r>
            <a:endParaRPr b="0" i="0" sz="1350" u="none" cap="none" strike="noStrike">
              <a:solidFill>
                <a:schemeClr val="dk1"/>
              </a:solidFill>
              <a:latin typeface="Arial"/>
              <a:ea typeface="Arial"/>
              <a:cs typeface="Arial"/>
              <a:sym typeface="Arial"/>
            </a:endParaRPr>
          </a:p>
        </p:txBody>
      </p:sp>
      <p:pic>
        <p:nvPicPr>
          <p:cNvPr id="587" name="Google Shape;587;p6"/>
          <p:cNvPicPr preferRelativeResize="0"/>
          <p:nvPr/>
        </p:nvPicPr>
        <p:blipFill rotWithShape="1">
          <a:blip r:embed="rId3">
            <a:alphaModFix/>
          </a:blip>
          <a:srcRect b="0" l="0" r="0" t="0"/>
          <a:stretch/>
        </p:blipFill>
        <p:spPr>
          <a:xfrm>
            <a:off x="1028075" y="1198098"/>
            <a:ext cx="2883075" cy="1407575"/>
          </a:xfrm>
          <a:prstGeom prst="rect">
            <a:avLst/>
          </a:prstGeom>
          <a:noFill/>
          <a:ln>
            <a:noFill/>
          </a:ln>
        </p:spPr>
      </p:pic>
      <p:sp>
        <p:nvSpPr>
          <p:cNvPr id="588" name="Google Shape;588;p6"/>
          <p:cNvSpPr txBox="1"/>
          <p:nvPr>
            <p:ph idx="1" type="body"/>
          </p:nvPr>
        </p:nvSpPr>
        <p:spPr>
          <a:xfrm>
            <a:off x="1006950" y="599175"/>
            <a:ext cx="2925300" cy="5289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440"/>
              <a:buNone/>
            </a:pPr>
            <a:r>
              <a:rPr lang="en-IE" sz="900">
                <a:solidFill>
                  <a:schemeClr val="dk1"/>
                </a:solidFill>
                <a:latin typeface="Roboto"/>
                <a:ea typeface="Roboto"/>
                <a:cs typeface="Roboto"/>
                <a:sym typeface="Roboto"/>
              </a:rPr>
              <a:t>Reveal hidden genetic interaction that help in the identification of novel pathways or complexes </a:t>
            </a:r>
            <a:endParaRPr sz="900">
              <a:solidFill>
                <a:schemeClr val="dk1"/>
              </a:solidFill>
              <a:latin typeface="Roboto"/>
              <a:ea typeface="Roboto"/>
              <a:cs typeface="Roboto"/>
              <a:sym typeface="Roboto"/>
            </a:endParaRPr>
          </a:p>
          <a:p>
            <a:pPr indent="0" lvl="0" marL="0" rtl="0" algn="just">
              <a:lnSpc>
                <a:spcPct val="105000"/>
              </a:lnSpc>
              <a:spcBef>
                <a:spcPts val="0"/>
              </a:spcBef>
              <a:spcAft>
                <a:spcPts val="0"/>
              </a:spcAft>
              <a:buSzPts val="440"/>
              <a:buNone/>
            </a:pPr>
            <a:r>
              <a:rPr lang="en-IE" sz="900">
                <a:solidFill>
                  <a:schemeClr val="dk1"/>
                </a:solidFill>
                <a:latin typeface="Roboto"/>
                <a:ea typeface="Roboto"/>
                <a:cs typeface="Roboto"/>
                <a:sym typeface="Roboto"/>
              </a:rPr>
              <a:t>(Rainey et al., BioRXiv, 2025) </a:t>
            </a:r>
            <a:endParaRPr sz="900">
              <a:solidFill>
                <a:schemeClr val="dk1"/>
              </a:solidFill>
              <a:latin typeface="Roboto"/>
              <a:ea typeface="Roboto"/>
              <a:cs typeface="Roboto"/>
              <a:sym typeface="Roboto"/>
            </a:endParaRPr>
          </a:p>
        </p:txBody>
      </p:sp>
      <p:pic>
        <p:nvPicPr>
          <p:cNvPr id="589" name="Google Shape;589;p6"/>
          <p:cNvPicPr preferRelativeResize="0"/>
          <p:nvPr/>
        </p:nvPicPr>
        <p:blipFill rotWithShape="1">
          <a:blip r:embed="rId4">
            <a:alphaModFix/>
          </a:blip>
          <a:srcRect b="0" l="0" r="0" t="0"/>
          <a:stretch/>
        </p:blipFill>
        <p:spPr>
          <a:xfrm>
            <a:off x="4718500" y="1104650"/>
            <a:ext cx="3108135" cy="1477550"/>
          </a:xfrm>
          <a:prstGeom prst="rect">
            <a:avLst/>
          </a:prstGeom>
          <a:noFill/>
          <a:ln>
            <a:noFill/>
          </a:ln>
        </p:spPr>
      </p:pic>
      <p:sp>
        <p:nvSpPr>
          <p:cNvPr id="590" name="Google Shape;590;p6"/>
          <p:cNvSpPr txBox="1"/>
          <p:nvPr>
            <p:ph idx="1" type="body"/>
          </p:nvPr>
        </p:nvSpPr>
        <p:spPr>
          <a:xfrm>
            <a:off x="4942500" y="587526"/>
            <a:ext cx="2660100" cy="5172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440"/>
              <a:buNone/>
            </a:pPr>
            <a:r>
              <a:rPr lang="en-IE" sz="900">
                <a:solidFill>
                  <a:schemeClr val="dk1"/>
                </a:solidFill>
                <a:latin typeface="Roboto"/>
                <a:ea typeface="Roboto"/>
                <a:cs typeface="Roboto"/>
                <a:sym typeface="Roboto"/>
              </a:rPr>
              <a:t>Predict the biological function of less characterized genes (Wainberg et al., 2021)</a:t>
            </a:r>
            <a:endParaRPr sz="900">
              <a:solidFill>
                <a:schemeClr val="dk1"/>
              </a:solidFill>
              <a:latin typeface="Roboto"/>
              <a:ea typeface="Roboto"/>
              <a:cs typeface="Roboto"/>
              <a:sym typeface="Roboto"/>
            </a:endParaRPr>
          </a:p>
        </p:txBody>
      </p:sp>
      <p:pic>
        <p:nvPicPr>
          <p:cNvPr id="591" name="Google Shape;591;p6"/>
          <p:cNvPicPr preferRelativeResize="0"/>
          <p:nvPr/>
        </p:nvPicPr>
        <p:blipFill rotWithShape="1">
          <a:blip r:embed="rId5">
            <a:alphaModFix/>
          </a:blip>
          <a:srcRect b="0" l="0" r="0" t="0"/>
          <a:stretch/>
        </p:blipFill>
        <p:spPr>
          <a:xfrm>
            <a:off x="879126" y="3362825"/>
            <a:ext cx="3017050" cy="1613325"/>
          </a:xfrm>
          <a:prstGeom prst="rect">
            <a:avLst/>
          </a:prstGeom>
          <a:noFill/>
          <a:ln>
            <a:noFill/>
          </a:ln>
        </p:spPr>
      </p:pic>
      <p:sp>
        <p:nvSpPr>
          <p:cNvPr id="592" name="Google Shape;592;p6"/>
          <p:cNvSpPr txBox="1"/>
          <p:nvPr>
            <p:ph idx="1" type="body"/>
          </p:nvPr>
        </p:nvSpPr>
        <p:spPr>
          <a:xfrm>
            <a:off x="925000" y="2763900"/>
            <a:ext cx="2925300" cy="440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440"/>
              <a:buNone/>
            </a:pPr>
            <a:r>
              <a:rPr lang="en-IE" sz="900">
                <a:solidFill>
                  <a:schemeClr val="dk1"/>
                </a:solidFill>
                <a:latin typeface="Roboto"/>
                <a:ea typeface="Roboto"/>
                <a:cs typeface="Roboto"/>
                <a:sym typeface="Roboto"/>
              </a:rPr>
              <a:t>Find context-specific genetic vulnerabilities in cancer, valuable for therapeutic target</a:t>
            </a:r>
            <a:endParaRPr sz="900">
              <a:solidFill>
                <a:schemeClr val="dk1"/>
              </a:solidFill>
              <a:latin typeface="Roboto"/>
              <a:ea typeface="Roboto"/>
              <a:cs typeface="Roboto"/>
              <a:sym typeface="Roboto"/>
            </a:endParaRPr>
          </a:p>
        </p:txBody>
      </p:sp>
      <p:pic>
        <p:nvPicPr>
          <p:cNvPr id="593" name="Google Shape;593;p6"/>
          <p:cNvPicPr preferRelativeResize="0"/>
          <p:nvPr/>
        </p:nvPicPr>
        <p:blipFill rotWithShape="1">
          <a:blip r:embed="rId6">
            <a:alphaModFix/>
          </a:blip>
          <a:srcRect b="0" l="0" r="0" t="0"/>
          <a:stretch/>
        </p:blipFill>
        <p:spPr>
          <a:xfrm>
            <a:off x="4785875" y="3199250"/>
            <a:ext cx="3281084" cy="1734100"/>
          </a:xfrm>
          <a:prstGeom prst="rect">
            <a:avLst/>
          </a:prstGeom>
          <a:noFill/>
          <a:ln>
            <a:noFill/>
          </a:ln>
        </p:spPr>
      </p:pic>
      <p:sp>
        <p:nvSpPr>
          <p:cNvPr id="594" name="Google Shape;594;p6"/>
          <p:cNvSpPr txBox="1"/>
          <p:nvPr>
            <p:ph idx="1" type="body"/>
          </p:nvPr>
        </p:nvSpPr>
        <p:spPr>
          <a:xfrm>
            <a:off x="4861225" y="2706150"/>
            <a:ext cx="2925300" cy="440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440"/>
              <a:buNone/>
            </a:pPr>
            <a:r>
              <a:rPr lang="en-IE" sz="900">
                <a:solidFill>
                  <a:schemeClr val="dk1"/>
                </a:solidFill>
                <a:latin typeface="Roboto"/>
                <a:ea typeface="Roboto"/>
                <a:cs typeface="Roboto"/>
                <a:sym typeface="Roboto"/>
              </a:rPr>
              <a:t>Help uncover synthetic lethality relationship for cancer precision medicine (Billmann et al., 2026)</a:t>
            </a:r>
            <a:endParaRPr sz="900">
              <a:solidFill>
                <a:schemeClr val="dk1"/>
              </a:solidFill>
              <a:latin typeface="Roboto"/>
              <a:ea typeface="Roboto"/>
              <a:cs typeface="Roboto"/>
              <a:sym typeface="Roboto"/>
            </a:endParaRPr>
          </a:p>
        </p:txBody>
      </p:sp>
      <p:sp>
        <p:nvSpPr>
          <p:cNvPr id="595" name="Google Shape;595;p6"/>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1</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ee7079d804_0_118"/>
          <p:cNvSpPr txBox="1"/>
          <p:nvPr>
            <p:ph idx="4294967295" type="ctrTitle"/>
          </p:nvPr>
        </p:nvSpPr>
        <p:spPr>
          <a:xfrm>
            <a:off x="311700" y="97672"/>
            <a:ext cx="8520600" cy="41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90"/>
              <a:buFont typeface="Arial"/>
              <a:buNone/>
            </a:pPr>
            <a:r>
              <a:rPr b="0" i="0" lang="en-IE" sz="1350" u="none" cap="none" strike="noStrike">
                <a:solidFill>
                  <a:schemeClr val="dk1"/>
                </a:solidFill>
                <a:latin typeface="Arial"/>
                <a:ea typeface="Arial"/>
                <a:cs typeface="Arial"/>
                <a:sym typeface="Arial"/>
              </a:rPr>
              <a:t>Perturbation Catalogue: a curated database of various genetic perturbation experiments</a:t>
            </a:r>
            <a:endParaRPr b="0" i="0" sz="1350" u="none" cap="none" strike="noStrike">
              <a:solidFill>
                <a:schemeClr val="dk1"/>
              </a:solidFill>
              <a:latin typeface="Arial"/>
              <a:ea typeface="Arial"/>
              <a:cs typeface="Arial"/>
              <a:sym typeface="Arial"/>
            </a:endParaRPr>
          </a:p>
        </p:txBody>
      </p:sp>
      <p:pic>
        <p:nvPicPr>
          <p:cNvPr id="601" name="Google Shape;601;g3ee7079d804_0_118"/>
          <p:cNvPicPr preferRelativeResize="0"/>
          <p:nvPr/>
        </p:nvPicPr>
        <p:blipFill rotWithShape="1">
          <a:blip r:embed="rId3">
            <a:alphaModFix/>
          </a:blip>
          <a:srcRect b="0" l="0" r="0" t="0"/>
          <a:stretch/>
        </p:blipFill>
        <p:spPr>
          <a:xfrm>
            <a:off x="601688" y="601750"/>
            <a:ext cx="7940624" cy="3748249"/>
          </a:xfrm>
          <a:prstGeom prst="rect">
            <a:avLst/>
          </a:prstGeom>
          <a:noFill/>
          <a:ln>
            <a:noFill/>
          </a:ln>
        </p:spPr>
      </p:pic>
      <p:sp>
        <p:nvSpPr>
          <p:cNvPr id="602" name="Google Shape;602;g3ee7079d804_0_118"/>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2</a:t>
            </a:r>
            <a:endParaRPr b="0" i="0" sz="1050" u="none" cap="none" strike="noStrike">
              <a:solidFill>
                <a:srgbClr val="000000"/>
              </a:solidFill>
              <a:latin typeface="Arial"/>
              <a:ea typeface="Arial"/>
              <a:cs typeface="Arial"/>
              <a:sym typeface="Arial"/>
            </a:endParaRPr>
          </a:p>
        </p:txBody>
      </p:sp>
      <p:sp>
        <p:nvSpPr>
          <p:cNvPr id="603" name="Google Shape;603;g3ee7079d804_0_118"/>
          <p:cNvSpPr txBox="1"/>
          <p:nvPr/>
        </p:nvSpPr>
        <p:spPr>
          <a:xfrm>
            <a:off x="440125" y="4401475"/>
            <a:ext cx="8349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IE" sz="1100" u="none" cap="none" strike="noStrike">
                <a:solidFill>
                  <a:schemeClr val="dk1"/>
                </a:solidFill>
                <a:latin typeface="Arial"/>
                <a:ea typeface="Arial"/>
                <a:cs typeface="Arial"/>
                <a:sym typeface="Arial"/>
              </a:rPr>
              <a:t>Proposed visiting PhD project: </a:t>
            </a:r>
            <a:r>
              <a:rPr b="0" i="0" lang="en-IE" sz="1100" u="none" cap="none" strike="noStrike">
                <a:solidFill>
                  <a:schemeClr val="dk1"/>
                </a:solidFill>
                <a:latin typeface="Arial"/>
                <a:ea typeface="Arial"/>
                <a:cs typeface="Arial"/>
                <a:sym typeface="Arial"/>
              </a:rPr>
              <a:t>Integration and development of genetic co-essentiality in the Perturbation Catalogue platform</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ee7079d804_0_0"/>
          <p:cNvSpPr/>
          <p:nvPr/>
        </p:nvSpPr>
        <p:spPr>
          <a:xfrm>
            <a:off x="4944900" y="2314775"/>
            <a:ext cx="4081500" cy="2305800"/>
          </a:xfrm>
          <a:prstGeom prst="roundRect">
            <a:avLst>
              <a:gd fmla="val 7987" name="adj"/>
            </a:avLst>
          </a:prstGeom>
          <a:noFill/>
          <a:ln cap="flat" cmpd="sng" w="9525">
            <a:solidFill>
              <a:srgbClr val="529A4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g3ee7079d804_0_0"/>
          <p:cNvSpPr txBox="1"/>
          <p:nvPr>
            <p:ph idx="4294967295" type="ctrTitle"/>
          </p:nvPr>
        </p:nvSpPr>
        <p:spPr>
          <a:xfrm>
            <a:off x="311700" y="71247"/>
            <a:ext cx="8520600" cy="41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90"/>
              <a:buFont typeface="Arial"/>
              <a:buNone/>
            </a:pPr>
            <a:r>
              <a:rPr b="0" i="0" lang="en-IE" sz="1350" u="none" cap="none" strike="noStrike">
                <a:solidFill>
                  <a:schemeClr val="dk1"/>
                </a:solidFill>
                <a:latin typeface="Arial"/>
                <a:ea typeface="Arial"/>
                <a:cs typeface="Arial"/>
                <a:sym typeface="Arial"/>
              </a:rPr>
              <a:t>Integration and development of gene co-essentiality in the Perturbation Catalogue platform</a:t>
            </a:r>
            <a:endParaRPr b="0" i="0" sz="1350" u="none" cap="none" strike="noStrike">
              <a:solidFill>
                <a:schemeClr val="dk1"/>
              </a:solidFill>
              <a:latin typeface="Arial"/>
              <a:ea typeface="Arial"/>
              <a:cs typeface="Arial"/>
              <a:sym typeface="Arial"/>
            </a:endParaRPr>
          </a:p>
        </p:txBody>
      </p:sp>
      <p:pic>
        <p:nvPicPr>
          <p:cNvPr id="610" name="Google Shape;610;g3ee7079d804_0_0"/>
          <p:cNvPicPr preferRelativeResize="0"/>
          <p:nvPr/>
        </p:nvPicPr>
        <p:blipFill rotWithShape="1">
          <a:blip r:embed="rId3">
            <a:alphaModFix/>
          </a:blip>
          <a:srcRect b="0" l="0" r="0" t="0"/>
          <a:stretch/>
        </p:blipFill>
        <p:spPr>
          <a:xfrm>
            <a:off x="6369655" y="2929469"/>
            <a:ext cx="1316175" cy="339697"/>
          </a:xfrm>
          <a:prstGeom prst="rect">
            <a:avLst/>
          </a:prstGeom>
          <a:noFill/>
          <a:ln>
            <a:noFill/>
          </a:ln>
        </p:spPr>
      </p:pic>
      <p:pic>
        <p:nvPicPr>
          <p:cNvPr id="611" name="Google Shape;611;g3ee7079d804_0_0"/>
          <p:cNvPicPr preferRelativeResize="0"/>
          <p:nvPr/>
        </p:nvPicPr>
        <p:blipFill rotWithShape="1">
          <a:blip r:embed="rId4">
            <a:alphaModFix/>
          </a:blip>
          <a:srcRect b="0" l="0" r="0" t="0"/>
          <a:stretch/>
        </p:blipFill>
        <p:spPr>
          <a:xfrm>
            <a:off x="293224" y="872591"/>
            <a:ext cx="1982141" cy="492600"/>
          </a:xfrm>
          <a:prstGeom prst="rect">
            <a:avLst/>
          </a:prstGeom>
          <a:noFill/>
          <a:ln>
            <a:noFill/>
          </a:ln>
        </p:spPr>
      </p:pic>
      <p:sp>
        <p:nvSpPr>
          <p:cNvPr id="612" name="Google Shape;612;g3ee7079d804_0_0"/>
          <p:cNvSpPr txBox="1"/>
          <p:nvPr/>
        </p:nvSpPr>
        <p:spPr>
          <a:xfrm>
            <a:off x="0" y="1432387"/>
            <a:ext cx="2568600" cy="954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~1,000 CRISPR-KO screens from different cancer subtypes (DepMap 26Q1)</a:t>
            </a:r>
            <a:endParaRPr b="0" i="0" sz="1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DepMap data checked/updated every month using </a:t>
            </a:r>
            <a:r>
              <a:rPr b="1" i="0" lang="en-IE" sz="1000" u="none" cap="none" strike="noStrike">
                <a:solidFill>
                  <a:schemeClr val="dk1"/>
                </a:solidFill>
                <a:latin typeface="Arial"/>
                <a:ea typeface="Arial"/>
                <a:cs typeface="Arial"/>
                <a:sym typeface="Arial"/>
              </a:rPr>
              <a:t>DepMap API</a:t>
            </a:r>
            <a:endParaRPr b="1" i="0" sz="1000" u="none" cap="none" strike="noStrike">
              <a:solidFill>
                <a:schemeClr val="dk1"/>
              </a:solidFill>
              <a:latin typeface="Arial"/>
              <a:ea typeface="Arial"/>
              <a:cs typeface="Arial"/>
              <a:sym typeface="Arial"/>
            </a:endParaRPr>
          </a:p>
        </p:txBody>
      </p:sp>
      <p:sp>
        <p:nvSpPr>
          <p:cNvPr id="613" name="Google Shape;613;g3ee7079d804_0_0"/>
          <p:cNvSpPr/>
          <p:nvPr/>
        </p:nvSpPr>
        <p:spPr>
          <a:xfrm rot="8100000">
            <a:off x="6094888" y="1981856"/>
            <a:ext cx="344502" cy="23970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4" name="Google Shape;614;g3ee7079d804_0_0"/>
          <p:cNvPicPr preferRelativeResize="0"/>
          <p:nvPr/>
        </p:nvPicPr>
        <p:blipFill rotWithShape="1">
          <a:blip r:embed="rId5">
            <a:alphaModFix/>
          </a:blip>
          <a:srcRect b="0" l="0" r="43279" t="0"/>
          <a:stretch/>
        </p:blipFill>
        <p:spPr>
          <a:xfrm>
            <a:off x="2973238" y="623862"/>
            <a:ext cx="1711350" cy="1613325"/>
          </a:xfrm>
          <a:prstGeom prst="rect">
            <a:avLst/>
          </a:prstGeom>
          <a:noFill/>
          <a:ln>
            <a:noFill/>
          </a:ln>
        </p:spPr>
      </p:pic>
      <p:sp>
        <p:nvSpPr>
          <p:cNvPr id="615" name="Google Shape;615;g3ee7079d804_0_0"/>
          <p:cNvSpPr txBox="1"/>
          <p:nvPr/>
        </p:nvSpPr>
        <p:spPr>
          <a:xfrm>
            <a:off x="3037963" y="2237187"/>
            <a:ext cx="16926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Gene essentiality matrix</a:t>
            </a:r>
            <a:endParaRPr b="0" i="0" sz="1200" u="none" cap="none" strike="noStrike">
              <a:solidFill>
                <a:srgbClr val="000000"/>
              </a:solidFill>
              <a:latin typeface="Arial"/>
              <a:ea typeface="Arial"/>
              <a:cs typeface="Arial"/>
              <a:sym typeface="Arial"/>
            </a:endParaRPr>
          </a:p>
        </p:txBody>
      </p:sp>
      <p:sp>
        <p:nvSpPr>
          <p:cNvPr id="616" name="Google Shape;616;g3ee7079d804_0_0"/>
          <p:cNvSpPr/>
          <p:nvPr/>
        </p:nvSpPr>
        <p:spPr>
          <a:xfrm>
            <a:off x="2528613" y="1283449"/>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3ee7079d804_0_0"/>
          <p:cNvSpPr/>
          <p:nvPr/>
        </p:nvSpPr>
        <p:spPr>
          <a:xfrm>
            <a:off x="4684600" y="1283449"/>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8" name="Google Shape;618;g3ee7079d804_0_0"/>
          <p:cNvPicPr preferRelativeResize="0"/>
          <p:nvPr/>
        </p:nvPicPr>
        <p:blipFill rotWithShape="1">
          <a:blip r:embed="rId6">
            <a:alphaModFix/>
          </a:blip>
          <a:srcRect b="26188" l="0" r="0" t="18990"/>
          <a:stretch/>
        </p:blipFill>
        <p:spPr>
          <a:xfrm>
            <a:off x="5115063" y="810299"/>
            <a:ext cx="1789376" cy="980992"/>
          </a:xfrm>
          <a:prstGeom prst="rect">
            <a:avLst/>
          </a:prstGeom>
          <a:noFill/>
          <a:ln>
            <a:noFill/>
          </a:ln>
        </p:spPr>
      </p:pic>
      <p:sp>
        <p:nvSpPr>
          <p:cNvPr id="619" name="Google Shape;619;g3ee7079d804_0_0"/>
          <p:cNvSpPr txBox="1"/>
          <p:nvPr/>
        </p:nvSpPr>
        <p:spPr>
          <a:xfrm>
            <a:off x="6840576" y="872601"/>
            <a:ext cx="2329200" cy="954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Generalised Least Squares incorporate covariation between every pair of screens (Wainberg et al 2021). Output a data list of co-essential gene pairs</a:t>
            </a:r>
            <a:endParaRPr b="0" i="0" sz="1200" u="none" cap="none" strike="noStrike">
              <a:solidFill>
                <a:srgbClr val="000000"/>
              </a:solidFill>
              <a:latin typeface="Arial"/>
              <a:ea typeface="Arial"/>
              <a:cs typeface="Arial"/>
              <a:sym typeface="Arial"/>
            </a:endParaRPr>
          </a:p>
        </p:txBody>
      </p:sp>
      <p:grpSp>
        <p:nvGrpSpPr>
          <p:cNvPr id="620" name="Google Shape;620;g3ee7079d804_0_0"/>
          <p:cNvGrpSpPr/>
          <p:nvPr/>
        </p:nvGrpSpPr>
        <p:grpSpPr>
          <a:xfrm>
            <a:off x="7471006" y="2404090"/>
            <a:ext cx="1382001" cy="910527"/>
            <a:chOff x="5236117" y="2375965"/>
            <a:chExt cx="1382001" cy="910527"/>
          </a:xfrm>
        </p:grpSpPr>
        <p:sp>
          <p:nvSpPr>
            <p:cNvPr id="621" name="Google Shape;621;g3ee7079d804_0_0"/>
            <p:cNvSpPr/>
            <p:nvPr/>
          </p:nvSpPr>
          <p:spPr>
            <a:xfrm>
              <a:off x="5965018" y="2437831"/>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2</a:t>
              </a:r>
              <a:endParaRPr b="0" i="0" sz="1007" u="none" cap="none" strike="noStrike">
                <a:solidFill>
                  <a:srgbClr val="000000"/>
                </a:solidFill>
                <a:latin typeface="Arial"/>
                <a:ea typeface="Arial"/>
                <a:cs typeface="Arial"/>
                <a:sym typeface="Arial"/>
              </a:endParaRPr>
            </a:p>
          </p:txBody>
        </p:sp>
        <p:sp>
          <p:nvSpPr>
            <p:cNvPr id="622" name="Google Shape;622;g3ee7079d804_0_0"/>
            <p:cNvSpPr/>
            <p:nvPr/>
          </p:nvSpPr>
          <p:spPr>
            <a:xfrm>
              <a:off x="5236117" y="2375965"/>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1</a:t>
              </a:r>
              <a:endParaRPr b="0" i="0" sz="1007" u="none" cap="none" strike="noStrike">
                <a:solidFill>
                  <a:srgbClr val="000000"/>
                </a:solidFill>
                <a:latin typeface="Arial"/>
                <a:ea typeface="Arial"/>
                <a:cs typeface="Arial"/>
                <a:sym typeface="Arial"/>
              </a:endParaRPr>
            </a:p>
          </p:txBody>
        </p:sp>
        <p:sp>
          <p:nvSpPr>
            <p:cNvPr id="623" name="Google Shape;623;g3ee7079d804_0_0"/>
            <p:cNvSpPr/>
            <p:nvPr/>
          </p:nvSpPr>
          <p:spPr>
            <a:xfrm>
              <a:off x="5490146" y="2894692"/>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3</a:t>
              </a:r>
              <a:endParaRPr b="0" i="0" sz="1007" u="none" cap="none" strike="noStrike">
                <a:solidFill>
                  <a:srgbClr val="000000"/>
                </a:solidFill>
                <a:latin typeface="Arial"/>
                <a:ea typeface="Arial"/>
                <a:cs typeface="Arial"/>
                <a:sym typeface="Arial"/>
              </a:endParaRPr>
            </a:p>
          </p:txBody>
        </p:sp>
        <p:cxnSp>
          <p:nvCxnSpPr>
            <p:cNvPr id="624" name="Google Shape;624;g3ee7079d804_0_0"/>
            <p:cNvCxnSpPr>
              <a:stCxn id="622" idx="4"/>
              <a:endCxn id="623" idx="0"/>
            </p:cNvCxnSpPr>
            <p:nvPr/>
          </p:nvCxnSpPr>
          <p:spPr>
            <a:xfrm>
              <a:off x="5562667" y="2767765"/>
              <a:ext cx="254100" cy="126900"/>
            </a:xfrm>
            <a:prstGeom prst="straightConnector1">
              <a:avLst/>
            </a:prstGeom>
            <a:noFill/>
            <a:ln cap="flat" cmpd="sng" w="19050">
              <a:solidFill>
                <a:schemeClr val="dk2"/>
              </a:solidFill>
              <a:prstDash val="solid"/>
              <a:round/>
              <a:headEnd len="sm" w="sm" type="none"/>
              <a:tailEnd len="sm" w="sm" type="none"/>
            </a:ln>
          </p:spPr>
        </p:cxnSp>
        <p:cxnSp>
          <p:nvCxnSpPr>
            <p:cNvPr id="625" name="Google Shape;625;g3ee7079d804_0_0"/>
            <p:cNvCxnSpPr>
              <a:stCxn id="623" idx="0"/>
              <a:endCxn id="621" idx="3"/>
            </p:cNvCxnSpPr>
            <p:nvPr/>
          </p:nvCxnSpPr>
          <p:spPr>
            <a:xfrm flipH="1" rot="10800000">
              <a:off x="5816696" y="2772292"/>
              <a:ext cx="243900" cy="122400"/>
            </a:xfrm>
            <a:prstGeom prst="straightConnector1">
              <a:avLst/>
            </a:prstGeom>
            <a:noFill/>
            <a:ln cap="flat" cmpd="sng" w="19050">
              <a:solidFill>
                <a:schemeClr val="dk2"/>
              </a:solidFill>
              <a:prstDash val="solid"/>
              <a:round/>
              <a:headEnd len="sm" w="sm" type="none"/>
              <a:tailEnd len="sm" w="sm" type="none"/>
            </a:ln>
          </p:spPr>
        </p:cxnSp>
      </p:grpSp>
      <p:sp>
        <p:nvSpPr>
          <p:cNvPr id="626" name="Google Shape;626;g3ee7079d804_0_0"/>
          <p:cNvSpPr/>
          <p:nvPr/>
        </p:nvSpPr>
        <p:spPr>
          <a:xfrm rot="2700000">
            <a:off x="7444089" y="1992356"/>
            <a:ext cx="344502" cy="23970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g3ee7079d804_0_0"/>
          <p:cNvSpPr txBox="1"/>
          <p:nvPr/>
        </p:nvSpPr>
        <p:spPr>
          <a:xfrm>
            <a:off x="7315706" y="3282293"/>
            <a:ext cx="1692600" cy="1262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Multi-gene view</a:t>
            </a:r>
            <a:endParaRPr b="1"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STRING network-style of gene co-essentiality and Gene Ontology Biological Process (GO:BP) annotation</a:t>
            </a:r>
            <a:endParaRPr b="0" i="0" sz="1000" u="none" cap="none" strike="noStrike">
              <a:solidFill>
                <a:schemeClr val="dk1"/>
              </a:solidFill>
              <a:latin typeface="Arial"/>
              <a:ea typeface="Arial"/>
              <a:cs typeface="Arial"/>
              <a:sym typeface="Arial"/>
            </a:endParaRPr>
          </a:p>
        </p:txBody>
      </p:sp>
      <p:sp>
        <p:nvSpPr>
          <p:cNvPr id="628" name="Google Shape;628;g3ee7079d804_0_0"/>
          <p:cNvSpPr txBox="1"/>
          <p:nvPr/>
        </p:nvSpPr>
        <p:spPr>
          <a:xfrm>
            <a:off x="5115067" y="3282291"/>
            <a:ext cx="1692600" cy="1262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Single-gene view</a:t>
            </a:r>
            <a:endParaRPr b="1"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A table listing top co-essential gene pair (single-gene view) and a STRING-network-style of gene co-essentiality</a:t>
            </a:r>
            <a:endParaRPr b="0" i="0" sz="1200" u="none" cap="none" strike="noStrike">
              <a:solidFill>
                <a:srgbClr val="000000"/>
              </a:solidFill>
              <a:latin typeface="Arial"/>
              <a:ea typeface="Arial"/>
              <a:cs typeface="Arial"/>
              <a:sym typeface="Arial"/>
            </a:endParaRPr>
          </a:p>
        </p:txBody>
      </p:sp>
      <p:pic>
        <p:nvPicPr>
          <p:cNvPr id="629" name="Google Shape;629;g3ee7079d804_0_0"/>
          <p:cNvPicPr preferRelativeResize="0"/>
          <p:nvPr/>
        </p:nvPicPr>
        <p:blipFill rotWithShape="1">
          <a:blip r:embed="rId7">
            <a:alphaModFix/>
          </a:blip>
          <a:srcRect b="0" l="0" r="0" t="0"/>
          <a:stretch/>
        </p:blipFill>
        <p:spPr>
          <a:xfrm>
            <a:off x="5695742" y="2748692"/>
            <a:ext cx="531250" cy="531250"/>
          </a:xfrm>
          <a:prstGeom prst="rect">
            <a:avLst/>
          </a:prstGeom>
          <a:noFill/>
          <a:ln>
            <a:noFill/>
          </a:ln>
        </p:spPr>
      </p:pic>
      <p:sp>
        <p:nvSpPr>
          <p:cNvPr id="630" name="Google Shape;630;g3ee7079d804_0_0"/>
          <p:cNvSpPr/>
          <p:nvPr/>
        </p:nvSpPr>
        <p:spPr>
          <a:xfrm>
            <a:off x="5063542" y="2406835"/>
            <a:ext cx="710100" cy="2433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E" sz="1200" u="none" cap="none" strike="noStrike">
                <a:solidFill>
                  <a:srgbClr val="000000"/>
                </a:solidFill>
                <a:latin typeface="Arial"/>
                <a:ea typeface="Arial"/>
                <a:cs typeface="Arial"/>
                <a:sym typeface="Arial"/>
              </a:rPr>
              <a:t>Gene A</a:t>
            </a:r>
            <a:endParaRPr b="0" i="0" sz="1200" u="none" cap="none" strike="noStrike">
              <a:solidFill>
                <a:srgbClr val="000000"/>
              </a:solidFill>
              <a:latin typeface="Arial"/>
              <a:ea typeface="Arial"/>
              <a:cs typeface="Arial"/>
              <a:sym typeface="Arial"/>
            </a:endParaRPr>
          </a:p>
        </p:txBody>
      </p:sp>
      <p:sp>
        <p:nvSpPr>
          <p:cNvPr id="631" name="Google Shape;631;g3ee7079d804_0_0"/>
          <p:cNvSpPr/>
          <p:nvPr/>
        </p:nvSpPr>
        <p:spPr>
          <a:xfrm>
            <a:off x="6149092" y="2406835"/>
            <a:ext cx="710100" cy="2433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E" sz="1200" u="none" cap="none" strike="noStrike">
                <a:solidFill>
                  <a:srgbClr val="000000"/>
                </a:solidFill>
                <a:latin typeface="Arial"/>
                <a:ea typeface="Arial"/>
                <a:cs typeface="Arial"/>
                <a:sym typeface="Arial"/>
              </a:rPr>
              <a:t>Gene B</a:t>
            </a:r>
            <a:endParaRPr b="0" i="0" sz="1200" u="none" cap="none" strike="noStrike">
              <a:solidFill>
                <a:srgbClr val="000000"/>
              </a:solidFill>
              <a:latin typeface="Arial"/>
              <a:ea typeface="Arial"/>
              <a:cs typeface="Arial"/>
              <a:sym typeface="Arial"/>
            </a:endParaRPr>
          </a:p>
        </p:txBody>
      </p:sp>
      <p:sp>
        <p:nvSpPr>
          <p:cNvPr id="632" name="Google Shape;632;g3ee7079d804_0_0"/>
          <p:cNvSpPr/>
          <p:nvPr/>
        </p:nvSpPr>
        <p:spPr>
          <a:xfrm rot="5400000">
            <a:off x="5889517" y="2374735"/>
            <a:ext cx="143700" cy="307500"/>
          </a:xfrm>
          <a:prstGeom prst="upDownArrow">
            <a:avLst>
              <a:gd fmla="val 40402" name="adj1"/>
              <a:gd fmla="val 46218"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3ee7079d804_0_0"/>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3</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ee7079d804_0_491"/>
          <p:cNvSpPr txBox="1"/>
          <p:nvPr>
            <p:ph type="title"/>
          </p:nvPr>
        </p:nvSpPr>
        <p:spPr>
          <a:xfrm>
            <a:off x="0" y="43950"/>
            <a:ext cx="9144000" cy="38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IE" sz="1350"/>
              <a:t>DepMap GLS pipeline benchmark validation by using CORUM dataset</a:t>
            </a:r>
            <a:endParaRPr sz="1350"/>
          </a:p>
        </p:txBody>
      </p:sp>
      <p:sp>
        <p:nvSpPr>
          <p:cNvPr id="639" name="Google Shape;639;g3ee7079d804_0_491"/>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4</a:t>
            </a:r>
            <a:endParaRPr b="0" i="0" sz="1050" u="none" cap="none" strike="noStrike">
              <a:solidFill>
                <a:srgbClr val="000000"/>
              </a:solidFill>
              <a:latin typeface="Arial"/>
              <a:ea typeface="Arial"/>
              <a:cs typeface="Arial"/>
              <a:sym typeface="Arial"/>
            </a:endParaRPr>
          </a:p>
        </p:txBody>
      </p:sp>
      <p:grpSp>
        <p:nvGrpSpPr>
          <p:cNvPr id="640" name="Google Shape;640;g3ee7079d804_0_491"/>
          <p:cNvGrpSpPr/>
          <p:nvPr/>
        </p:nvGrpSpPr>
        <p:grpSpPr>
          <a:xfrm>
            <a:off x="82475" y="2473625"/>
            <a:ext cx="8925575" cy="2430775"/>
            <a:chOff x="82475" y="2473625"/>
            <a:chExt cx="8925575" cy="2430775"/>
          </a:xfrm>
        </p:grpSpPr>
        <p:grpSp>
          <p:nvGrpSpPr>
            <p:cNvPr id="641" name="Google Shape;641;g3ee7079d804_0_491"/>
            <p:cNvGrpSpPr/>
            <p:nvPr/>
          </p:nvGrpSpPr>
          <p:grpSpPr>
            <a:xfrm>
              <a:off x="82475" y="2473625"/>
              <a:ext cx="8925575" cy="2430775"/>
              <a:chOff x="82475" y="2473625"/>
              <a:chExt cx="8925575" cy="2430775"/>
            </a:xfrm>
          </p:grpSpPr>
          <p:pic>
            <p:nvPicPr>
              <p:cNvPr id="642" name="Google Shape;642;g3ee7079d804_0_491"/>
              <p:cNvPicPr preferRelativeResize="0"/>
              <p:nvPr/>
            </p:nvPicPr>
            <p:blipFill rotWithShape="1">
              <a:blip r:embed="rId3">
                <a:alphaModFix/>
              </a:blip>
              <a:srcRect b="0" l="0" r="0" t="0"/>
              <a:stretch/>
            </p:blipFill>
            <p:spPr>
              <a:xfrm>
                <a:off x="82475" y="2766125"/>
                <a:ext cx="2851026" cy="2109755"/>
              </a:xfrm>
              <a:prstGeom prst="rect">
                <a:avLst/>
              </a:prstGeom>
              <a:noFill/>
              <a:ln>
                <a:noFill/>
              </a:ln>
            </p:spPr>
          </p:pic>
          <p:sp>
            <p:nvSpPr>
              <p:cNvPr id="643" name="Google Shape;643;g3ee7079d804_0_491"/>
              <p:cNvSpPr txBox="1"/>
              <p:nvPr/>
            </p:nvSpPr>
            <p:spPr>
              <a:xfrm>
                <a:off x="6041350" y="3040650"/>
                <a:ext cx="2966700" cy="1416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Wainberg et al (2021) performed a validation, by iterating in each gene and rank the partner by GLS significance, and check whether top-ranked partners are known co-complex in CORUM</a:t>
                </a:r>
                <a:endParaRPr b="0" i="0" sz="1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Our validation attempt showed that top ranked partner genes are highly enriched for CORUM curated protein complexes</a:t>
                </a:r>
                <a:endParaRPr b="0" i="0" sz="1000" u="none" cap="none" strike="noStrike">
                  <a:solidFill>
                    <a:schemeClr val="dk1"/>
                  </a:solidFill>
                  <a:latin typeface="Arial"/>
                  <a:ea typeface="Arial"/>
                  <a:cs typeface="Arial"/>
                  <a:sym typeface="Arial"/>
                </a:endParaRPr>
              </a:p>
            </p:txBody>
          </p:sp>
          <p:pic>
            <p:nvPicPr>
              <p:cNvPr id="644" name="Google Shape;644;g3ee7079d804_0_491"/>
              <p:cNvPicPr preferRelativeResize="0"/>
              <p:nvPr/>
            </p:nvPicPr>
            <p:blipFill rotWithShape="1">
              <a:blip r:embed="rId4">
                <a:alphaModFix/>
              </a:blip>
              <a:srcRect b="0" l="0" r="0" t="0"/>
              <a:stretch/>
            </p:blipFill>
            <p:spPr>
              <a:xfrm>
                <a:off x="2988625" y="2766125"/>
                <a:ext cx="2851024" cy="2138275"/>
              </a:xfrm>
              <a:prstGeom prst="rect">
                <a:avLst/>
              </a:prstGeom>
              <a:noFill/>
              <a:ln>
                <a:noFill/>
              </a:ln>
            </p:spPr>
          </p:pic>
          <p:sp>
            <p:nvSpPr>
              <p:cNvPr id="645" name="Google Shape;645;g3ee7079d804_0_491"/>
              <p:cNvSpPr txBox="1"/>
              <p:nvPr/>
            </p:nvSpPr>
            <p:spPr>
              <a:xfrm>
                <a:off x="835663" y="2473625"/>
                <a:ext cx="1462800" cy="338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Wainberg et al, 2021</a:t>
                </a:r>
                <a:endParaRPr b="1" i="0" sz="1400" u="none" cap="none" strike="noStrike">
                  <a:solidFill>
                    <a:srgbClr val="000000"/>
                  </a:solidFill>
                  <a:latin typeface="Arial"/>
                  <a:ea typeface="Arial"/>
                  <a:cs typeface="Arial"/>
                  <a:sym typeface="Arial"/>
                </a:endParaRPr>
              </a:p>
            </p:txBody>
          </p:sp>
          <p:sp>
            <p:nvSpPr>
              <p:cNvPr id="646" name="Google Shape;646;g3ee7079d804_0_491"/>
              <p:cNvSpPr txBox="1"/>
              <p:nvPr/>
            </p:nvSpPr>
            <p:spPr>
              <a:xfrm>
                <a:off x="3644850" y="2473625"/>
                <a:ext cx="1854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Our validation approach</a:t>
                </a:r>
                <a:endParaRPr b="1" i="0" sz="1400" u="none" cap="none" strike="noStrike">
                  <a:solidFill>
                    <a:srgbClr val="000000"/>
                  </a:solidFill>
                  <a:latin typeface="Arial"/>
                  <a:ea typeface="Arial"/>
                  <a:cs typeface="Arial"/>
                  <a:sym typeface="Arial"/>
                </a:endParaRPr>
              </a:p>
            </p:txBody>
          </p:sp>
        </p:grpSp>
        <p:pic>
          <p:nvPicPr>
            <p:cNvPr id="647" name="Google Shape;647;g3ee7079d804_0_491"/>
            <p:cNvPicPr preferRelativeResize="0"/>
            <p:nvPr/>
          </p:nvPicPr>
          <p:blipFill rotWithShape="1">
            <a:blip r:embed="rId5">
              <a:alphaModFix/>
            </a:blip>
            <a:srcRect b="0" l="0" r="0" t="0"/>
            <a:stretch/>
          </p:blipFill>
          <p:spPr>
            <a:xfrm>
              <a:off x="1957875" y="3144262"/>
              <a:ext cx="829049" cy="384300"/>
            </a:xfrm>
            <a:prstGeom prst="rect">
              <a:avLst/>
            </a:prstGeom>
            <a:noFill/>
            <a:ln>
              <a:noFill/>
            </a:ln>
          </p:spPr>
        </p:pic>
      </p:grpSp>
      <p:pic>
        <p:nvPicPr>
          <p:cNvPr id="648" name="Google Shape;648;g3ee7079d804_0_491"/>
          <p:cNvPicPr preferRelativeResize="0"/>
          <p:nvPr/>
        </p:nvPicPr>
        <p:blipFill rotWithShape="1">
          <a:blip r:embed="rId6">
            <a:alphaModFix/>
          </a:blip>
          <a:srcRect b="0" l="0" r="0" t="0"/>
          <a:stretch/>
        </p:blipFill>
        <p:spPr>
          <a:xfrm>
            <a:off x="3381124" y="810461"/>
            <a:ext cx="3182336" cy="1206250"/>
          </a:xfrm>
          <a:prstGeom prst="rect">
            <a:avLst/>
          </a:prstGeom>
          <a:noFill/>
          <a:ln>
            <a:noFill/>
          </a:ln>
        </p:spPr>
      </p:pic>
      <p:sp>
        <p:nvSpPr>
          <p:cNvPr id="649" name="Google Shape;649;g3ee7079d804_0_491"/>
          <p:cNvSpPr txBox="1"/>
          <p:nvPr/>
        </p:nvSpPr>
        <p:spPr>
          <a:xfrm>
            <a:off x="6563450" y="1013375"/>
            <a:ext cx="24447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CORUM is a curated dataset of experimentally verified protein complexes, Wainberg et al (2021) used this as an independent ground truth </a:t>
            </a:r>
            <a:endParaRPr b="0" i="0" sz="1400" u="none" cap="none" strike="noStrike">
              <a:solidFill>
                <a:srgbClr val="000000"/>
              </a:solidFill>
              <a:latin typeface="Arial"/>
              <a:ea typeface="Arial"/>
              <a:cs typeface="Arial"/>
              <a:sym typeface="Arial"/>
            </a:endParaRPr>
          </a:p>
        </p:txBody>
      </p:sp>
      <p:sp>
        <p:nvSpPr>
          <p:cNvPr id="650" name="Google Shape;650;g3ee7079d804_0_491"/>
          <p:cNvSpPr txBox="1"/>
          <p:nvPr/>
        </p:nvSpPr>
        <p:spPr>
          <a:xfrm>
            <a:off x="1441125" y="374900"/>
            <a:ext cx="59460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Does our GLS co-essentiality pipeline finds a real biology or just a noise ? </a:t>
            </a:r>
            <a:endParaRPr b="0" i="0" sz="1400" u="none" cap="none" strike="noStrike">
              <a:solidFill>
                <a:srgbClr val="000000"/>
              </a:solidFill>
              <a:latin typeface="Arial"/>
              <a:ea typeface="Arial"/>
              <a:cs typeface="Arial"/>
              <a:sym typeface="Arial"/>
            </a:endParaRPr>
          </a:p>
        </p:txBody>
      </p:sp>
      <p:pic>
        <p:nvPicPr>
          <p:cNvPr id="651" name="Google Shape;651;g3ee7079d804_0_491"/>
          <p:cNvPicPr preferRelativeResize="0"/>
          <p:nvPr/>
        </p:nvPicPr>
        <p:blipFill rotWithShape="1">
          <a:blip r:embed="rId7">
            <a:alphaModFix/>
          </a:blip>
          <a:srcRect b="0" l="0" r="0" t="0"/>
          <a:stretch/>
        </p:blipFill>
        <p:spPr>
          <a:xfrm>
            <a:off x="553775" y="713612"/>
            <a:ext cx="2026600" cy="989425"/>
          </a:xfrm>
          <a:prstGeom prst="rect">
            <a:avLst/>
          </a:prstGeom>
          <a:noFill/>
          <a:ln>
            <a:noFill/>
          </a:ln>
        </p:spPr>
      </p:pic>
      <p:sp>
        <p:nvSpPr>
          <p:cNvPr id="652" name="Google Shape;652;g3ee7079d804_0_491"/>
          <p:cNvSpPr txBox="1"/>
          <p:nvPr/>
        </p:nvSpPr>
        <p:spPr>
          <a:xfrm>
            <a:off x="438325" y="1703022"/>
            <a:ext cx="22575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Genes that are co-essential are likely to be functionally related and work together in the same pathway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ef48e0cf22_0_350"/>
          <p:cNvSpPr/>
          <p:nvPr/>
        </p:nvSpPr>
        <p:spPr>
          <a:xfrm>
            <a:off x="5483575" y="1796397"/>
            <a:ext cx="3403200" cy="2772000"/>
          </a:xfrm>
          <a:prstGeom prst="roundRect">
            <a:avLst>
              <a:gd fmla="val 7987" name="adj"/>
            </a:avLst>
          </a:prstGeom>
          <a:noFill/>
          <a:ln cap="flat" cmpd="sng" w="9525">
            <a:solidFill>
              <a:srgbClr val="529A4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3ef48e0cf22_0_350"/>
          <p:cNvSpPr txBox="1"/>
          <p:nvPr>
            <p:ph idx="4294967295" type="ctrTitle"/>
          </p:nvPr>
        </p:nvSpPr>
        <p:spPr>
          <a:xfrm>
            <a:off x="311700" y="71247"/>
            <a:ext cx="8520600" cy="41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90"/>
              <a:buFont typeface="Arial"/>
              <a:buNone/>
            </a:pPr>
            <a:r>
              <a:rPr b="0" i="0" lang="en-IE" sz="1350" u="none" cap="none" strike="noStrike">
                <a:solidFill>
                  <a:schemeClr val="dk1"/>
                </a:solidFill>
                <a:latin typeface="Arial"/>
                <a:ea typeface="Arial"/>
                <a:cs typeface="Arial"/>
                <a:sym typeface="Arial"/>
              </a:rPr>
              <a:t>Single-gene view workflow of genetic co-essentiality in the Perturbation Catalogue</a:t>
            </a:r>
            <a:endParaRPr b="0" i="0" sz="1350" u="none" cap="none" strike="noStrike">
              <a:solidFill>
                <a:schemeClr val="dk1"/>
              </a:solidFill>
              <a:latin typeface="Arial"/>
              <a:ea typeface="Arial"/>
              <a:cs typeface="Arial"/>
              <a:sym typeface="Arial"/>
            </a:endParaRPr>
          </a:p>
        </p:txBody>
      </p:sp>
      <p:pic>
        <p:nvPicPr>
          <p:cNvPr id="659" name="Google Shape;659;g3ef48e0cf22_0_350"/>
          <p:cNvPicPr preferRelativeResize="0"/>
          <p:nvPr/>
        </p:nvPicPr>
        <p:blipFill rotWithShape="1">
          <a:blip r:embed="rId3">
            <a:alphaModFix/>
          </a:blip>
          <a:srcRect b="26188" l="0" r="0" t="18990"/>
          <a:stretch/>
        </p:blipFill>
        <p:spPr>
          <a:xfrm>
            <a:off x="314613" y="2171860"/>
            <a:ext cx="1789376" cy="980992"/>
          </a:xfrm>
          <a:prstGeom prst="rect">
            <a:avLst/>
          </a:prstGeom>
          <a:noFill/>
          <a:ln>
            <a:noFill/>
          </a:ln>
        </p:spPr>
      </p:pic>
      <p:sp>
        <p:nvSpPr>
          <p:cNvPr id="660" name="Google Shape;660;g3ef48e0cf22_0_350"/>
          <p:cNvSpPr txBox="1"/>
          <p:nvPr/>
        </p:nvSpPr>
        <p:spPr>
          <a:xfrm>
            <a:off x="12" y="3152847"/>
            <a:ext cx="24186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DepMap GLS pipeline obtain DepMap gene effect score data once a month, run GLS and produce the GLS table</a:t>
            </a:r>
            <a:endParaRPr b="0" i="0" sz="1000" u="none" cap="none" strike="noStrike">
              <a:solidFill>
                <a:schemeClr val="dk1"/>
              </a:solidFill>
              <a:latin typeface="Arial"/>
              <a:ea typeface="Arial"/>
              <a:cs typeface="Arial"/>
              <a:sym typeface="Arial"/>
            </a:endParaRPr>
          </a:p>
        </p:txBody>
      </p:sp>
      <p:sp>
        <p:nvSpPr>
          <p:cNvPr id="661" name="Google Shape;661;g3ef48e0cf22_0_350"/>
          <p:cNvSpPr txBox="1"/>
          <p:nvPr/>
        </p:nvSpPr>
        <p:spPr>
          <a:xfrm>
            <a:off x="2795186" y="3297097"/>
            <a:ext cx="19152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GLS table containing pair of gene co-essentiality is stored in the back end</a:t>
            </a:r>
            <a:endParaRPr b="0" i="0" sz="1200" u="none" cap="none" strike="noStrike">
              <a:solidFill>
                <a:srgbClr val="000000"/>
              </a:solidFill>
              <a:latin typeface="Arial"/>
              <a:ea typeface="Arial"/>
              <a:cs typeface="Arial"/>
              <a:sym typeface="Arial"/>
            </a:endParaRPr>
          </a:p>
        </p:txBody>
      </p:sp>
      <p:graphicFrame>
        <p:nvGraphicFramePr>
          <p:cNvPr id="662" name="Google Shape;662;g3ef48e0cf22_0_350"/>
          <p:cNvGraphicFramePr/>
          <p:nvPr/>
        </p:nvGraphicFramePr>
        <p:xfrm>
          <a:off x="2684503" y="2079406"/>
          <a:ext cx="3000000" cy="3000000"/>
        </p:xfrm>
        <a:graphic>
          <a:graphicData uri="http://schemas.openxmlformats.org/drawingml/2006/table">
            <a:tbl>
              <a:tblPr bandRow="1" firstRow="1">
                <a:noFill/>
                <a:tableStyleId>{3A3E60CB-9693-4E5E-8875-34E668D31BFB}</a:tableStyleId>
              </a:tblPr>
              <a:tblGrid>
                <a:gridCol w="532825"/>
                <a:gridCol w="623675"/>
                <a:gridCol w="565950"/>
                <a:gridCol w="414100"/>
              </a:tblGrid>
              <a:tr h="2058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Column</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Row</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GLS P-value</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FDR</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2</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3</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a:t>
                      </a:r>
                      <a:r>
                        <a:rPr b="0" i="1" lang="en-IE" sz="900" u="none" cap="none" strike="noStrike">
                          <a:solidFill>
                            <a:schemeClr val="dk1"/>
                          </a:solidFill>
                        </a:rPr>
                        <a:t>n </a:t>
                      </a:r>
                      <a:endParaRPr b="0" sz="900" u="none" cap="none" strike="noStrike">
                        <a:solidFill>
                          <a:schemeClr val="dk1"/>
                        </a:solidFill>
                      </a:endParaRPr>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a:t>
                      </a:r>
                      <a:r>
                        <a:rPr b="0" i="1" lang="en-IE" sz="900" u="none" cap="none" strike="noStrike">
                          <a:solidFill>
                            <a:schemeClr val="dk1"/>
                          </a:solidFill>
                        </a:rPr>
                        <a:t>n</a:t>
                      </a:r>
                      <a:endParaRPr b="0" sz="900" u="none" cap="none" strike="noStrike">
                        <a:solidFill>
                          <a:schemeClr val="dk1"/>
                        </a:solidFill>
                      </a:endParaRPr>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663" name="Google Shape;663;g3ef48e0cf22_0_350"/>
          <p:cNvSpPr/>
          <p:nvPr/>
        </p:nvSpPr>
        <p:spPr>
          <a:xfrm>
            <a:off x="2261635" y="2582735"/>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3ef48e0cf22_0_350"/>
          <p:cNvSpPr/>
          <p:nvPr/>
        </p:nvSpPr>
        <p:spPr>
          <a:xfrm rot="-2015589">
            <a:off x="5051219" y="2296979"/>
            <a:ext cx="344303" cy="23988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5" name="Google Shape;665;g3ef48e0cf22_0_350"/>
          <p:cNvPicPr preferRelativeResize="0"/>
          <p:nvPr/>
        </p:nvPicPr>
        <p:blipFill rotWithShape="1">
          <a:blip r:embed="rId4">
            <a:alphaModFix/>
          </a:blip>
          <a:srcRect b="19864" l="6812" r="8147" t="21069"/>
          <a:stretch/>
        </p:blipFill>
        <p:spPr>
          <a:xfrm>
            <a:off x="5567150" y="599207"/>
            <a:ext cx="1096700" cy="761700"/>
          </a:xfrm>
          <a:prstGeom prst="rect">
            <a:avLst/>
          </a:prstGeom>
          <a:noFill/>
          <a:ln>
            <a:noFill/>
          </a:ln>
        </p:spPr>
      </p:pic>
      <p:sp>
        <p:nvSpPr>
          <p:cNvPr id="666" name="Google Shape;666;g3ef48e0cf22_0_350"/>
          <p:cNvSpPr txBox="1"/>
          <p:nvPr/>
        </p:nvSpPr>
        <p:spPr>
          <a:xfrm>
            <a:off x="6663850" y="777197"/>
            <a:ext cx="2257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User input gene symbol and select FDR threshold (5% or 10%)</a:t>
            </a:r>
            <a:endParaRPr b="0" i="0" sz="1200" u="none" cap="none" strike="noStrike">
              <a:solidFill>
                <a:srgbClr val="000000"/>
              </a:solidFill>
              <a:latin typeface="Arial"/>
              <a:ea typeface="Arial"/>
              <a:cs typeface="Arial"/>
              <a:sym typeface="Arial"/>
            </a:endParaRPr>
          </a:p>
        </p:txBody>
      </p:sp>
      <p:pic>
        <p:nvPicPr>
          <p:cNvPr id="667" name="Google Shape;667;g3ef48e0cf22_0_350"/>
          <p:cNvPicPr preferRelativeResize="0"/>
          <p:nvPr/>
        </p:nvPicPr>
        <p:blipFill rotWithShape="1">
          <a:blip r:embed="rId5">
            <a:alphaModFix/>
          </a:blip>
          <a:srcRect b="0" l="0" r="0" t="0"/>
          <a:stretch/>
        </p:blipFill>
        <p:spPr>
          <a:xfrm>
            <a:off x="5727000" y="1902285"/>
            <a:ext cx="1029275" cy="1029275"/>
          </a:xfrm>
          <a:prstGeom prst="rect">
            <a:avLst/>
          </a:prstGeom>
          <a:noFill/>
          <a:ln>
            <a:noFill/>
          </a:ln>
        </p:spPr>
      </p:pic>
      <p:sp>
        <p:nvSpPr>
          <p:cNvPr id="668" name="Google Shape;668;g3ef48e0cf22_0_350"/>
          <p:cNvSpPr txBox="1"/>
          <p:nvPr/>
        </p:nvSpPr>
        <p:spPr>
          <a:xfrm>
            <a:off x="6844125" y="2184610"/>
            <a:ext cx="19920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A table listing top co-essential gene pair requested by user (can be downloaded)</a:t>
            </a:r>
            <a:endParaRPr b="0" i="0" sz="1400" u="none" cap="none" strike="noStrike">
              <a:solidFill>
                <a:srgbClr val="000000"/>
              </a:solidFill>
              <a:latin typeface="Arial"/>
              <a:ea typeface="Arial"/>
              <a:cs typeface="Arial"/>
              <a:sym typeface="Arial"/>
            </a:endParaRPr>
          </a:p>
        </p:txBody>
      </p:sp>
      <p:sp>
        <p:nvSpPr>
          <p:cNvPr id="669" name="Google Shape;669;g3ef48e0cf22_0_350"/>
          <p:cNvSpPr/>
          <p:nvPr/>
        </p:nvSpPr>
        <p:spPr>
          <a:xfrm rot="5400000">
            <a:off x="6972688" y="1413244"/>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3ef48e0cf22_0_350"/>
          <p:cNvSpPr/>
          <p:nvPr/>
        </p:nvSpPr>
        <p:spPr>
          <a:xfrm rot="1953322">
            <a:off x="5073711" y="2981254"/>
            <a:ext cx="344536" cy="23959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1" name="Google Shape;671;g3ef48e0cf22_0_350"/>
          <p:cNvGrpSpPr/>
          <p:nvPr/>
        </p:nvGrpSpPr>
        <p:grpSpPr>
          <a:xfrm>
            <a:off x="5628156" y="3165075"/>
            <a:ext cx="1382001" cy="910527"/>
            <a:chOff x="5236117" y="2375965"/>
            <a:chExt cx="1382001" cy="910527"/>
          </a:xfrm>
        </p:grpSpPr>
        <p:sp>
          <p:nvSpPr>
            <p:cNvPr id="672" name="Google Shape;672;g3ef48e0cf22_0_350"/>
            <p:cNvSpPr/>
            <p:nvPr/>
          </p:nvSpPr>
          <p:spPr>
            <a:xfrm>
              <a:off x="5965018" y="2437831"/>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2</a:t>
              </a:r>
              <a:endParaRPr b="0" i="0" sz="1007" u="none" cap="none" strike="noStrike">
                <a:solidFill>
                  <a:srgbClr val="000000"/>
                </a:solidFill>
                <a:latin typeface="Arial"/>
                <a:ea typeface="Arial"/>
                <a:cs typeface="Arial"/>
                <a:sym typeface="Arial"/>
              </a:endParaRPr>
            </a:p>
          </p:txBody>
        </p:sp>
        <p:sp>
          <p:nvSpPr>
            <p:cNvPr id="673" name="Google Shape;673;g3ef48e0cf22_0_350"/>
            <p:cNvSpPr/>
            <p:nvPr/>
          </p:nvSpPr>
          <p:spPr>
            <a:xfrm>
              <a:off x="5236117" y="2375965"/>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1</a:t>
              </a:r>
              <a:endParaRPr b="0" i="0" sz="1007" u="none" cap="none" strike="noStrike">
                <a:solidFill>
                  <a:srgbClr val="000000"/>
                </a:solidFill>
                <a:latin typeface="Arial"/>
                <a:ea typeface="Arial"/>
                <a:cs typeface="Arial"/>
                <a:sym typeface="Arial"/>
              </a:endParaRPr>
            </a:p>
          </p:txBody>
        </p:sp>
        <p:sp>
          <p:nvSpPr>
            <p:cNvPr id="674" name="Google Shape;674;g3ef48e0cf22_0_350"/>
            <p:cNvSpPr/>
            <p:nvPr/>
          </p:nvSpPr>
          <p:spPr>
            <a:xfrm>
              <a:off x="5490146" y="2894692"/>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3</a:t>
              </a:r>
              <a:endParaRPr b="0" i="0" sz="1007" u="none" cap="none" strike="noStrike">
                <a:solidFill>
                  <a:srgbClr val="000000"/>
                </a:solidFill>
                <a:latin typeface="Arial"/>
                <a:ea typeface="Arial"/>
                <a:cs typeface="Arial"/>
                <a:sym typeface="Arial"/>
              </a:endParaRPr>
            </a:p>
          </p:txBody>
        </p:sp>
        <p:cxnSp>
          <p:nvCxnSpPr>
            <p:cNvPr id="675" name="Google Shape;675;g3ef48e0cf22_0_350"/>
            <p:cNvCxnSpPr>
              <a:stCxn id="673" idx="4"/>
              <a:endCxn id="674" idx="0"/>
            </p:cNvCxnSpPr>
            <p:nvPr/>
          </p:nvCxnSpPr>
          <p:spPr>
            <a:xfrm>
              <a:off x="5562667" y="2767765"/>
              <a:ext cx="254100" cy="126900"/>
            </a:xfrm>
            <a:prstGeom prst="straightConnector1">
              <a:avLst/>
            </a:prstGeom>
            <a:noFill/>
            <a:ln cap="flat" cmpd="sng" w="19050">
              <a:solidFill>
                <a:schemeClr val="dk2"/>
              </a:solidFill>
              <a:prstDash val="solid"/>
              <a:round/>
              <a:headEnd len="sm" w="sm" type="none"/>
              <a:tailEnd len="sm" w="sm" type="none"/>
            </a:ln>
          </p:spPr>
        </p:cxnSp>
        <p:cxnSp>
          <p:nvCxnSpPr>
            <p:cNvPr id="676" name="Google Shape;676;g3ef48e0cf22_0_350"/>
            <p:cNvCxnSpPr>
              <a:stCxn id="674" idx="0"/>
              <a:endCxn id="672" idx="3"/>
            </p:cNvCxnSpPr>
            <p:nvPr/>
          </p:nvCxnSpPr>
          <p:spPr>
            <a:xfrm flipH="1" rot="10800000">
              <a:off x="5816696" y="2772292"/>
              <a:ext cx="243900" cy="122400"/>
            </a:xfrm>
            <a:prstGeom prst="straightConnector1">
              <a:avLst/>
            </a:prstGeom>
            <a:noFill/>
            <a:ln cap="flat" cmpd="sng" w="19050">
              <a:solidFill>
                <a:schemeClr val="dk2"/>
              </a:solidFill>
              <a:prstDash val="solid"/>
              <a:round/>
              <a:headEnd len="sm" w="sm" type="none"/>
              <a:tailEnd len="sm" w="sm" type="none"/>
            </a:ln>
          </p:spPr>
        </p:cxnSp>
      </p:grpSp>
      <p:sp>
        <p:nvSpPr>
          <p:cNvPr id="677" name="Google Shape;677;g3ef48e0cf22_0_350"/>
          <p:cNvSpPr txBox="1"/>
          <p:nvPr/>
        </p:nvSpPr>
        <p:spPr>
          <a:xfrm>
            <a:off x="6793575" y="3592820"/>
            <a:ext cx="20931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Co-essential genetic interaction network pivoted to a single gene</a:t>
            </a:r>
            <a:endParaRPr b="0" i="0" sz="1400" u="none" cap="none" strike="noStrike">
              <a:solidFill>
                <a:srgbClr val="000000"/>
              </a:solidFill>
              <a:latin typeface="Arial"/>
              <a:ea typeface="Arial"/>
              <a:cs typeface="Arial"/>
              <a:sym typeface="Arial"/>
            </a:endParaRPr>
          </a:p>
        </p:txBody>
      </p:sp>
      <p:sp>
        <p:nvSpPr>
          <p:cNvPr id="678" name="Google Shape;678;g3ef48e0cf22_0_350"/>
          <p:cNvSpPr/>
          <p:nvPr/>
        </p:nvSpPr>
        <p:spPr>
          <a:xfrm>
            <a:off x="70950" y="1806622"/>
            <a:ext cx="4894200" cy="2398500"/>
          </a:xfrm>
          <a:prstGeom prst="roundRect">
            <a:avLst>
              <a:gd fmla="val 7987" name="adj"/>
            </a:avLst>
          </a:prstGeom>
          <a:noFill/>
          <a:ln cap="flat" cmpd="sng" w="952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3ef48e0cf22_0_350"/>
          <p:cNvSpPr txBox="1"/>
          <p:nvPr/>
        </p:nvSpPr>
        <p:spPr>
          <a:xfrm>
            <a:off x="1389300" y="4331072"/>
            <a:ext cx="22575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Back-end Perturbation Catalogue</a:t>
            </a:r>
            <a:endParaRPr b="1" i="0" sz="1400" u="none" cap="none" strike="noStrike">
              <a:solidFill>
                <a:srgbClr val="000000"/>
              </a:solidFill>
              <a:latin typeface="Arial"/>
              <a:ea typeface="Arial"/>
              <a:cs typeface="Arial"/>
              <a:sym typeface="Arial"/>
            </a:endParaRPr>
          </a:p>
        </p:txBody>
      </p:sp>
      <p:sp>
        <p:nvSpPr>
          <p:cNvPr id="680" name="Google Shape;680;g3ef48e0cf22_0_350"/>
          <p:cNvSpPr txBox="1"/>
          <p:nvPr/>
        </p:nvSpPr>
        <p:spPr>
          <a:xfrm>
            <a:off x="6101925" y="4568385"/>
            <a:ext cx="22575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Front-end Perturbation Catalogue</a:t>
            </a:r>
            <a:endParaRPr b="1" i="0" sz="1400" u="none" cap="none" strike="noStrike">
              <a:solidFill>
                <a:srgbClr val="000000"/>
              </a:solidFill>
              <a:latin typeface="Arial"/>
              <a:ea typeface="Arial"/>
              <a:cs typeface="Arial"/>
              <a:sym typeface="Arial"/>
            </a:endParaRPr>
          </a:p>
        </p:txBody>
      </p:sp>
      <p:sp>
        <p:nvSpPr>
          <p:cNvPr id="681" name="Google Shape;681;g3ef48e0cf22_0_350"/>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5</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g3ee7079d804_0_241"/>
          <p:cNvPicPr preferRelativeResize="0"/>
          <p:nvPr/>
        </p:nvPicPr>
        <p:blipFill rotWithShape="1">
          <a:blip r:embed="rId3">
            <a:alphaModFix/>
          </a:blip>
          <a:srcRect b="0" l="0" r="0" t="0"/>
          <a:stretch/>
        </p:blipFill>
        <p:spPr>
          <a:xfrm>
            <a:off x="4632084" y="605967"/>
            <a:ext cx="4408468" cy="1870575"/>
          </a:xfrm>
          <a:prstGeom prst="rect">
            <a:avLst/>
          </a:prstGeom>
          <a:noFill/>
          <a:ln>
            <a:noFill/>
          </a:ln>
        </p:spPr>
      </p:pic>
      <p:pic>
        <p:nvPicPr>
          <p:cNvPr id="687" name="Google Shape;687;g3ee7079d804_0_241"/>
          <p:cNvPicPr preferRelativeResize="0"/>
          <p:nvPr/>
        </p:nvPicPr>
        <p:blipFill rotWithShape="1">
          <a:blip r:embed="rId4">
            <a:alphaModFix/>
          </a:blip>
          <a:srcRect b="0" l="0" r="0" t="0"/>
          <a:stretch/>
        </p:blipFill>
        <p:spPr>
          <a:xfrm>
            <a:off x="0" y="605967"/>
            <a:ext cx="4499026" cy="3427582"/>
          </a:xfrm>
          <a:prstGeom prst="rect">
            <a:avLst/>
          </a:prstGeom>
          <a:noFill/>
          <a:ln>
            <a:noFill/>
          </a:ln>
        </p:spPr>
      </p:pic>
      <p:sp>
        <p:nvSpPr>
          <p:cNvPr id="688" name="Google Shape;688;g3ee7079d804_0_241"/>
          <p:cNvSpPr txBox="1"/>
          <p:nvPr>
            <p:ph type="title"/>
          </p:nvPr>
        </p:nvSpPr>
        <p:spPr>
          <a:xfrm>
            <a:off x="150" y="0"/>
            <a:ext cx="9144000" cy="38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IE" sz="1350"/>
              <a:t>Single-gene view user interface in the Perturbation Catalogue</a:t>
            </a:r>
            <a:endParaRPr sz="1350"/>
          </a:p>
        </p:txBody>
      </p:sp>
      <p:pic>
        <p:nvPicPr>
          <p:cNvPr id="689" name="Google Shape;689;g3ee7079d804_0_241"/>
          <p:cNvPicPr preferRelativeResize="0"/>
          <p:nvPr/>
        </p:nvPicPr>
        <p:blipFill rotWithShape="1">
          <a:blip r:embed="rId5">
            <a:alphaModFix/>
          </a:blip>
          <a:srcRect b="0" l="0" r="0" t="0"/>
          <a:stretch/>
        </p:blipFill>
        <p:spPr>
          <a:xfrm>
            <a:off x="4572000" y="2514371"/>
            <a:ext cx="4468541" cy="2482997"/>
          </a:xfrm>
          <a:prstGeom prst="rect">
            <a:avLst/>
          </a:prstGeom>
          <a:noFill/>
          <a:ln>
            <a:noFill/>
          </a:ln>
        </p:spPr>
      </p:pic>
      <p:cxnSp>
        <p:nvCxnSpPr>
          <p:cNvPr id="690" name="Google Shape;690;g3ee7079d804_0_241"/>
          <p:cNvCxnSpPr/>
          <p:nvPr/>
        </p:nvCxnSpPr>
        <p:spPr>
          <a:xfrm rot="10800000">
            <a:off x="1182658" y="2871893"/>
            <a:ext cx="542100" cy="127500"/>
          </a:xfrm>
          <a:prstGeom prst="straightConnector1">
            <a:avLst/>
          </a:prstGeom>
          <a:noFill/>
          <a:ln cap="flat" cmpd="sng" w="9525">
            <a:solidFill>
              <a:schemeClr val="dk2"/>
            </a:solidFill>
            <a:prstDash val="solid"/>
            <a:round/>
            <a:headEnd len="sm" w="sm" type="none"/>
            <a:tailEnd len="med" w="med" type="triangle"/>
          </a:ln>
        </p:spPr>
      </p:cxnSp>
      <p:cxnSp>
        <p:nvCxnSpPr>
          <p:cNvPr id="691" name="Google Shape;691;g3ee7079d804_0_241"/>
          <p:cNvCxnSpPr>
            <a:stCxn id="692" idx="1"/>
          </p:cNvCxnSpPr>
          <p:nvPr/>
        </p:nvCxnSpPr>
        <p:spPr>
          <a:xfrm flipH="1">
            <a:off x="2022837" y="1983377"/>
            <a:ext cx="685800" cy="246300"/>
          </a:xfrm>
          <a:prstGeom prst="straightConnector1">
            <a:avLst/>
          </a:prstGeom>
          <a:noFill/>
          <a:ln cap="flat" cmpd="sng" w="9525">
            <a:solidFill>
              <a:schemeClr val="dk2"/>
            </a:solidFill>
            <a:prstDash val="solid"/>
            <a:round/>
            <a:headEnd len="sm" w="sm" type="none"/>
            <a:tailEnd len="med" w="med" type="triangle"/>
          </a:ln>
        </p:spPr>
      </p:cxnSp>
      <p:sp>
        <p:nvSpPr>
          <p:cNvPr id="692" name="Google Shape;692;g3ee7079d804_0_241"/>
          <p:cNvSpPr txBox="1"/>
          <p:nvPr/>
        </p:nvSpPr>
        <p:spPr>
          <a:xfrm>
            <a:off x="2708637" y="1821827"/>
            <a:ext cx="1465500" cy="323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Select FDR 5% or 10%</a:t>
            </a:r>
            <a:endParaRPr b="0" i="0" sz="900" u="none" cap="none" strike="noStrike">
              <a:solidFill>
                <a:srgbClr val="000000"/>
              </a:solidFill>
              <a:latin typeface="Arial"/>
              <a:ea typeface="Arial"/>
              <a:cs typeface="Arial"/>
              <a:sym typeface="Arial"/>
            </a:endParaRPr>
          </a:p>
        </p:txBody>
      </p:sp>
      <p:sp>
        <p:nvSpPr>
          <p:cNvPr id="693" name="Google Shape;693;g3ee7079d804_0_241"/>
          <p:cNvSpPr txBox="1"/>
          <p:nvPr/>
        </p:nvSpPr>
        <p:spPr>
          <a:xfrm>
            <a:off x="1652759" y="2857492"/>
            <a:ext cx="18819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Allow user to select specific gene of interest (single-gene view)</a:t>
            </a:r>
            <a:endParaRPr b="0" i="0" sz="900" u="none" cap="none" strike="noStrike">
              <a:solidFill>
                <a:srgbClr val="000000"/>
              </a:solidFill>
              <a:latin typeface="Arial"/>
              <a:ea typeface="Arial"/>
              <a:cs typeface="Arial"/>
              <a:sym typeface="Arial"/>
            </a:endParaRPr>
          </a:p>
        </p:txBody>
      </p:sp>
      <p:cxnSp>
        <p:nvCxnSpPr>
          <p:cNvPr id="694" name="Google Shape;694;g3ee7079d804_0_241"/>
          <p:cNvCxnSpPr>
            <a:stCxn id="695" idx="1"/>
          </p:cNvCxnSpPr>
          <p:nvPr/>
        </p:nvCxnSpPr>
        <p:spPr>
          <a:xfrm flipH="1">
            <a:off x="6649000" y="689367"/>
            <a:ext cx="595800" cy="168000"/>
          </a:xfrm>
          <a:prstGeom prst="straightConnector1">
            <a:avLst/>
          </a:prstGeom>
          <a:noFill/>
          <a:ln cap="flat" cmpd="sng" w="9525">
            <a:solidFill>
              <a:schemeClr val="dk2"/>
            </a:solidFill>
            <a:prstDash val="solid"/>
            <a:round/>
            <a:headEnd len="sm" w="sm" type="none"/>
            <a:tailEnd len="med" w="med" type="triangle"/>
          </a:ln>
        </p:spPr>
      </p:cxnSp>
      <p:sp>
        <p:nvSpPr>
          <p:cNvPr id="695" name="Google Shape;695;g3ee7079d804_0_241"/>
          <p:cNvSpPr txBox="1"/>
          <p:nvPr/>
        </p:nvSpPr>
        <p:spPr>
          <a:xfrm>
            <a:off x="7244800" y="458517"/>
            <a:ext cx="1795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Table of top co-essential partners from single-gene view</a:t>
            </a:r>
            <a:endParaRPr b="0" i="0" sz="1400" u="none" cap="none" strike="noStrike">
              <a:solidFill>
                <a:srgbClr val="000000"/>
              </a:solidFill>
              <a:latin typeface="Arial"/>
              <a:ea typeface="Arial"/>
              <a:cs typeface="Arial"/>
              <a:sym typeface="Arial"/>
            </a:endParaRPr>
          </a:p>
        </p:txBody>
      </p:sp>
      <p:sp>
        <p:nvSpPr>
          <p:cNvPr id="696" name="Google Shape;696;g3ee7079d804_0_241"/>
          <p:cNvSpPr txBox="1"/>
          <p:nvPr/>
        </p:nvSpPr>
        <p:spPr>
          <a:xfrm>
            <a:off x="2360625" y="4262966"/>
            <a:ext cx="2161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network visualized using dash cytoscape package</a:t>
            </a:r>
            <a:endParaRPr b="0" i="0" sz="1400" u="none" cap="none" strike="noStrike">
              <a:solidFill>
                <a:srgbClr val="000000"/>
              </a:solidFill>
              <a:latin typeface="Arial"/>
              <a:ea typeface="Arial"/>
              <a:cs typeface="Arial"/>
              <a:sym typeface="Arial"/>
            </a:endParaRPr>
          </a:p>
        </p:txBody>
      </p:sp>
      <p:cxnSp>
        <p:nvCxnSpPr>
          <p:cNvPr id="697" name="Google Shape;697;g3ee7079d804_0_241"/>
          <p:cNvCxnSpPr>
            <a:stCxn id="696" idx="3"/>
          </p:cNvCxnSpPr>
          <p:nvPr/>
        </p:nvCxnSpPr>
        <p:spPr>
          <a:xfrm flipH="1" rot="10800000">
            <a:off x="4522125" y="4103516"/>
            <a:ext cx="1248600" cy="390300"/>
          </a:xfrm>
          <a:prstGeom prst="straightConnector1">
            <a:avLst/>
          </a:prstGeom>
          <a:noFill/>
          <a:ln cap="flat" cmpd="sng" w="9525">
            <a:solidFill>
              <a:schemeClr val="dk2"/>
            </a:solidFill>
            <a:prstDash val="solid"/>
            <a:round/>
            <a:headEnd len="sm" w="sm" type="none"/>
            <a:tailEnd len="med" w="med" type="triangle"/>
          </a:ln>
        </p:spPr>
      </p:cxnSp>
      <p:sp>
        <p:nvSpPr>
          <p:cNvPr id="698" name="Google Shape;698;g3ee7079d804_0_241"/>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6</a:t>
            </a:r>
            <a:endParaRPr b="0" i="0" sz="105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f48e0cf22_0_391"/>
          <p:cNvSpPr/>
          <p:nvPr/>
        </p:nvSpPr>
        <p:spPr>
          <a:xfrm>
            <a:off x="70950" y="1533035"/>
            <a:ext cx="4894200" cy="3100500"/>
          </a:xfrm>
          <a:prstGeom prst="roundRect">
            <a:avLst>
              <a:gd fmla="val 7987" name="adj"/>
            </a:avLst>
          </a:prstGeom>
          <a:noFill/>
          <a:ln cap="flat" cmpd="sng" w="952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3ef48e0cf22_0_391"/>
          <p:cNvSpPr/>
          <p:nvPr/>
        </p:nvSpPr>
        <p:spPr>
          <a:xfrm>
            <a:off x="5483575" y="1522807"/>
            <a:ext cx="3403200" cy="2772000"/>
          </a:xfrm>
          <a:prstGeom prst="roundRect">
            <a:avLst>
              <a:gd fmla="val 7987" name="adj"/>
            </a:avLst>
          </a:prstGeom>
          <a:noFill/>
          <a:ln cap="flat" cmpd="sng" w="9525">
            <a:solidFill>
              <a:srgbClr val="529A4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3ef48e0cf22_0_391"/>
          <p:cNvSpPr txBox="1"/>
          <p:nvPr>
            <p:ph idx="4294967295" type="ctrTitle"/>
          </p:nvPr>
        </p:nvSpPr>
        <p:spPr>
          <a:xfrm>
            <a:off x="311700" y="71247"/>
            <a:ext cx="8520600" cy="41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90"/>
              <a:buFont typeface="Arial"/>
              <a:buNone/>
            </a:pPr>
            <a:r>
              <a:rPr b="0" i="0" lang="en-IE" sz="1350" u="none" cap="none" strike="noStrike">
                <a:solidFill>
                  <a:schemeClr val="dk1"/>
                </a:solidFill>
                <a:latin typeface="Arial"/>
                <a:ea typeface="Arial"/>
                <a:cs typeface="Arial"/>
                <a:sym typeface="Arial"/>
              </a:rPr>
              <a:t>Multi-gene view workflow of genetic co-essentiality</a:t>
            </a:r>
            <a:endParaRPr b="0" i="0" sz="1350" u="none" cap="none" strike="noStrike">
              <a:solidFill>
                <a:schemeClr val="dk1"/>
              </a:solidFill>
              <a:latin typeface="Arial"/>
              <a:ea typeface="Arial"/>
              <a:cs typeface="Arial"/>
              <a:sym typeface="Arial"/>
            </a:endParaRPr>
          </a:p>
        </p:txBody>
      </p:sp>
      <p:pic>
        <p:nvPicPr>
          <p:cNvPr id="706" name="Google Shape;706;g3ef48e0cf22_0_391"/>
          <p:cNvPicPr preferRelativeResize="0"/>
          <p:nvPr/>
        </p:nvPicPr>
        <p:blipFill rotWithShape="1">
          <a:blip r:embed="rId3">
            <a:alphaModFix/>
          </a:blip>
          <a:srcRect b="26188" l="0" r="0" t="18990"/>
          <a:stretch/>
        </p:blipFill>
        <p:spPr>
          <a:xfrm>
            <a:off x="314613" y="1898270"/>
            <a:ext cx="1789376" cy="980992"/>
          </a:xfrm>
          <a:prstGeom prst="rect">
            <a:avLst/>
          </a:prstGeom>
          <a:noFill/>
          <a:ln>
            <a:noFill/>
          </a:ln>
        </p:spPr>
      </p:pic>
      <p:sp>
        <p:nvSpPr>
          <p:cNvPr id="707" name="Google Shape;707;g3ef48e0cf22_0_391"/>
          <p:cNvSpPr txBox="1"/>
          <p:nvPr/>
        </p:nvSpPr>
        <p:spPr>
          <a:xfrm>
            <a:off x="12" y="2879257"/>
            <a:ext cx="24186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DepMap GLS pipeline obtain DepMap gene effect score data once a month, run GLS and produce the GLS table</a:t>
            </a:r>
            <a:endParaRPr b="0" i="0" sz="1000" u="none" cap="none" strike="noStrike">
              <a:solidFill>
                <a:schemeClr val="dk1"/>
              </a:solidFill>
              <a:latin typeface="Arial"/>
              <a:ea typeface="Arial"/>
              <a:cs typeface="Arial"/>
              <a:sym typeface="Arial"/>
            </a:endParaRPr>
          </a:p>
        </p:txBody>
      </p:sp>
      <p:sp>
        <p:nvSpPr>
          <p:cNvPr id="708" name="Google Shape;708;g3ef48e0cf22_0_391"/>
          <p:cNvSpPr txBox="1"/>
          <p:nvPr/>
        </p:nvSpPr>
        <p:spPr>
          <a:xfrm>
            <a:off x="2795186" y="3023507"/>
            <a:ext cx="19152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GLS table containing pair of gene co-essentiality is stored in the back end</a:t>
            </a:r>
            <a:endParaRPr b="0" i="0" sz="1200" u="none" cap="none" strike="noStrike">
              <a:solidFill>
                <a:srgbClr val="000000"/>
              </a:solidFill>
              <a:latin typeface="Arial"/>
              <a:ea typeface="Arial"/>
              <a:cs typeface="Arial"/>
              <a:sym typeface="Arial"/>
            </a:endParaRPr>
          </a:p>
        </p:txBody>
      </p:sp>
      <p:graphicFrame>
        <p:nvGraphicFramePr>
          <p:cNvPr id="709" name="Google Shape;709;g3ef48e0cf22_0_391"/>
          <p:cNvGraphicFramePr/>
          <p:nvPr/>
        </p:nvGraphicFramePr>
        <p:xfrm>
          <a:off x="2684503" y="1805815"/>
          <a:ext cx="3000000" cy="3000000"/>
        </p:xfrm>
        <a:graphic>
          <a:graphicData uri="http://schemas.openxmlformats.org/drawingml/2006/table">
            <a:tbl>
              <a:tblPr bandRow="1" firstRow="1">
                <a:noFill/>
                <a:tableStyleId>{3A3E60CB-9693-4E5E-8875-34E668D31BFB}</a:tableStyleId>
              </a:tblPr>
              <a:tblGrid>
                <a:gridCol w="532825"/>
                <a:gridCol w="623675"/>
                <a:gridCol w="565950"/>
                <a:gridCol w="414100"/>
              </a:tblGrid>
              <a:tr h="2058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Column</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Row</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GLS P-value</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FDR</a:t>
                      </a:r>
                      <a:endParaRPr sz="1400" u="none" cap="none" strike="noStrike"/>
                    </a:p>
                  </a:txBody>
                  <a:tcPr marT="34300" marB="34300" marR="68575" marL="68575">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2</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3</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123500">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a:t>
                      </a:r>
                      <a:r>
                        <a:rPr b="0" i="1" lang="en-IE" sz="900" u="none" cap="none" strike="noStrike">
                          <a:solidFill>
                            <a:schemeClr val="dk1"/>
                          </a:solidFill>
                        </a:rPr>
                        <a:t>n </a:t>
                      </a:r>
                      <a:endParaRPr b="0" sz="900" u="none" cap="none" strike="noStrike">
                        <a:solidFill>
                          <a:schemeClr val="dk1"/>
                        </a:solidFill>
                      </a:endParaRPr>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Gene </a:t>
                      </a:r>
                      <a:r>
                        <a:rPr b="0" i="1" lang="en-IE" sz="900" u="none" cap="none" strike="noStrike">
                          <a:solidFill>
                            <a:schemeClr val="dk1"/>
                          </a:solidFill>
                        </a:rPr>
                        <a:t>n</a:t>
                      </a:r>
                      <a:endParaRPr b="0" sz="900" u="none" cap="none" strike="noStrike">
                        <a:solidFill>
                          <a:schemeClr val="dk1"/>
                        </a:solidFill>
                      </a:endParaRPr>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IE" sz="900" u="none" cap="none" strike="noStrike">
                          <a:solidFill>
                            <a:schemeClr val="dk1"/>
                          </a:solidFill>
                        </a:rPr>
                        <a:t>&lt;0.05</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lang="en-IE" sz="900" u="none" cap="none" strike="noStrike">
                          <a:solidFill>
                            <a:schemeClr val="dk1"/>
                          </a:solidFill>
                        </a:rPr>
                        <a:t>&lt;0.1</a:t>
                      </a:r>
                      <a:endParaRPr sz="1400" u="none" cap="none" strike="noStrike"/>
                    </a:p>
                  </a:txBody>
                  <a:tcPr marT="34300" marB="3430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710" name="Google Shape;710;g3ef48e0cf22_0_391"/>
          <p:cNvSpPr/>
          <p:nvPr/>
        </p:nvSpPr>
        <p:spPr>
          <a:xfrm>
            <a:off x="2261635" y="2309145"/>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3ef48e0cf22_0_391"/>
          <p:cNvSpPr/>
          <p:nvPr/>
        </p:nvSpPr>
        <p:spPr>
          <a:xfrm rot="-2015589">
            <a:off x="5051219" y="2023389"/>
            <a:ext cx="344303" cy="23988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2" name="Google Shape;712;g3ef48e0cf22_0_391"/>
          <p:cNvPicPr preferRelativeResize="0"/>
          <p:nvPr/>
        </p:nvPicPr>
        <p:blipFill rotWithShape="1">
          <a:blip r:embed="rId4">
            <a:alphaModFix/>
          </a:blip>
          <a:srcRect b="19864" l="6812" r="8147" t="21069"/>
          <a:stretch/>
        </p:blipFill>
        <p:spPr>
          <a:xfrm>
            <a:off x="5556613" y="512742"/>
            <a:ext cx="1096700" cy="761700"/>
          </a:xfrm>
          <a:prstGeom prst="rect">
            <a:avLst/>
          </a:prstGeom>
          <a:noFill/>
          <a:ln>
            <a:noFill/>
          </a:ln>
        </p:spPr>
      </p:pic>
      <p:sp>
        <p:nvSpPr>
          <p:cNvPr id="713" name="Google Shape;713;g3ef48e0cf22_0_391"/>
          <p:cNvSpPr txBox="1"/>
          <p:nvPr/>
        </p:nvSpPr>
        <p:spPr>
          <a:xfrm>
            <a:off x="6574725" y="647303"/>
            <a:ext cx="2257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User input several genes (e.g gene hits from CRISPR-KO screens)</a:t>
            </a:r>
            <a:endParaRPr b="0" i="0" sz="1000" u="none" cap="none" strike="noStrike">
              <a:solidFill>
                <a:schemeClr val="dk1"/>
              </a:solidFill>
              <a:latin typeface="Arial"/>
              <a:ea typeface="Arial"/>
              <a:cs typeface="Arial"/>
              <a:sym typeface="Arial"/>
            </a:endParaRPr>
          </a:p>
        </p:txBody>
      </p:sp>
      <p:pic>
        <p:nvPicPr>
          <p:cNvPr id="714" name="Google Shape;714;g3ef48e0cf22_0_391"/>
          <p:cNvPicPr preferRelativeResize="0"/>
          <p:nvPr/>
        </p:nvPicPr>
        <p:blipFill rotWithShape="1">
          <a:blip r:embed="rId5">
            <a:alphaModFix/>
          </a:blip>
          <a:srcRect b="0" l="0" r="0" t="0"/>
          <a:stretch/>
        </p:blipFill>
        <p:spPr>
          <a:xfrm>
            <a:off x="5590337" y="3123970"/>
            <a:ext cx="1029275" cy="1029275"/>
          </a:xfrm>
          <a:prstGeom prst="rect">
            <a:avLst/>
          </a:prstGeom>
          <a:noFill/>
          <a:ln>
            <a:noFill/>
          </a:ln>
        </p:spPr>
      </p:pic>
      <p:sp>
        <p:nvSpPr>
          <p:cNvPr id="715" name="Google Shape;715;g3ef48e0cf22_0_391"/>
          <p:cNvSpPr txBox="1"/>
          <p:nvPr/>
        </p:nvSpPr>
        <p:spPr>
          <a:xfrm>
            <a:off x="6707476" y="3270229"/>
            <a:ext cx="20931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A table of enriched cluster based on Gene Ontology Biological Process (GO:BP) (activated upon user click a button)</a:t>
            </a:r>
            <a:endParaRPr b="0" i="0" sz="1400" u="none" cap="none" strike="noStrike">
              <a:solidFill>
                <a:srgbClr val="000000"/>
              </a:solidFill>
              <a:latin typeface="Arial"/>
              <a:ea typeface="Arial"/>
              <a:cs typeface="Arial"/>
              <a:sym typeface="Arial"/>
            </a:endParaRPr>
          </a:p>
        </p:txBody>
      </p:sp>
      <p:sp>
        <p:nvSpPr>
          <p:cNvPr id="716" name="Google Shape;716;g3ef48e0cf22_0_391"/>
          <p:cNvSpPr/>
          <p:nvPr/>
        </p:nvSpPr>
        <p:spPr>
          <a:xfrm rot="5400000">
            <a:off x="7058463" y="1177929"/>
            <a:ext cx="344400" cy="23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3ef48e0cf22_0_391"/>
          <p:cNvSpPr/>
          <p:nvPr/>
        </p:nvSpPr>
        <p:spPr>
          <a:xfrm rot="1953322">
            <a:off x="5073711" y="2707663"/>
            <a:ext cx="344536" cy="23959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8" name="Google Shape;718;g3ef48e0cf22_0_391"/>
          <p:cNvGrpSpPr/>
          <p:nvPr/>
        </p:nvGrpSpPr>
        <p:grpSpPr>
          <a:xfrm>
            <a:off x="5555918" y="1683160"/>
            <a:ext cx="1382001" cy="910527"/>
            <a:chOff x="5236117" y="2375965"/>
            <a:chExt cx="1382001" cy="910527"/>
          </a:xfrm>
        </p:grpSpPr>
        <p:sp>
          <p:nvSpPr>
            <p:cNvPr id="719" name="Google Shape;719;g3ef48e0cf22_0_391"/>
            <p:cNvSpPr/>
            <p:nvPr/>
          </p:nvSpPr>
          <p:spPr>
            <a:xfrm>
              <a:off x="5965018" y="2437831"/>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2</a:t>
              </a:r>
              <a:endParaRPr b="0" i="0" sz="1007" u="none" cap="none" strike="noStrike">
                <a:solidFill>
                  <a:srgbClr val="000000"/>
                </a:solidFill>
                <a:latin typeface="Arial"/>
                <a:ea typeface="Arial"/>
                <a:cs typeface="Arial"/>
                <a:sym typeface="Arial"/>
              </a:endParaRPr>
            </a:p>
          </p:txBody>
        </p:sp>
        <p:sp>
          <p:nvSpPr>
            <p:cNvPr id="720" name="Google Shape;720;g3ef48e0cf22_0_391"/>
            <p:cNvSpPr/>
            <p:nvPr/>
          </p:nvSpPr>
          <p:spPr>
            <a:xfrm>
              <a:off x="5236117" y="2375965"/>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1</a:t>
              </a:r>
              <a:endParaRPr b="0" i="0" sz="1007" u="none" cap="none" strike="noStrike">
                <a:solidFill>
                  <a:srgbClr val="000000"/>
                </a:solidFill>
                <a:latin typeface="Arial"/>
                <a:ea typeface="Arial"/>
                <a:cs typeface="Arial"/>
                <a:sym typeface="Arial"/>
              </a:endParaRPr>
            </a:p>
          </p:txBody>
        </p:sp>
        <p:sp>
          <p:nvSpPr>
            <p:cNvPr id="721" name="Google Shape;721;g3ef48e0cf22_0_391"/>
            <p:cNvSpPr/>
            <p:nvPr/>
          </p:nvSpPr>
          <p:spPr>
            <a:xfrm>
              <a:off x="5490146" y="2894692"/>
              <a:ext cx="653100" cy="39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64675" lIns="64675" spcFirstLastPara="1" rIns="64675" wrap="square" tIns="64675">
              <a:noAutofit/>
            </a:bodyPr>
            <a:lstStyle/>
            <a:p>
              <a:pPr indent="0" lvl="0" marL="0" marR="0" rtl="0" algn="ctr">
                <a:lnSpc>
                  <a:spcPct val="100000"/>
                </a:lnSpc>
                <a:spcBef>
                  <a:spcPts val="0"/>
                </a:spcBef>
                <a:spcAft>
                  <a:spcPts val="0"/>
                </a:spcAft>
                <a:buClr>
                  <a:srgbClr val="000000"/>
                </a:buClr>
                <a:buSzPts val="1007"/>
                <a:buFont typeface="Arial"/>
                <a:buNone/>
              </a:pPr>
              <a:r>
                <a:rPr b="0" i="0" lang="en-IE" sz="1007" u="none" cap="none" strike="noStrike">
                  <a:solidFill>
                    <a:srgbClr val="000000"/>
                  </a:solidFill>
                  <a:latin typeface="Arial"/>
                  <a:ea typeface="Arial"/>
                  <a:cs typeface="Arial"/>
                  <a:sym typeface="Arial"/>
                </a:rPr>
                <a:t>Gene 3</a:t>
              </a:r>
              <a:endParaRPr b="0" i="0" sz="1007" u="none" cap="none" strike="noStrike">
                <a:solidFill>
                  <a:srgbClr val="000000"/>
                </a:solidFill>
                <a:latin typeface="Arial"/>
                <a:ea typeface="Arial"/>
                <a:cs typeface="Arial"/>
                <a:sym typeface="Arial"/>
              </a:endParaRPr>
            </a:p>
          </p:txBody>
        </p:sp>
        <p:cxnSp>
          <p:nvCxnSpPr>
            <p:cNvPr id="722" name="Google Shape;722;g3ef48e0cf22_0_391"/>
            <p:cNvCxnSpPr>
              <a:stCxn id="720" idx="4"/>
              <a:endCxn id="721" idx="0"/>
            </p:cNvCxnSpPr>
            <p:nvPr/>
          </p:nvCxnSpPr>
          <p:spPr>
            <a:xfrm>
              <a:off x="5562667" y="2767765"/>
              <a:ext cx="254100" cy="126900"/>
            </a:xfrm>
            <a:prstGeom prst="straightConnector1">
              <a:avLst/>
            </a:prstGeom>
            <a:noFill/>
            <a:ln cap="flat" cmpd="sng" w="19050">
              <a:solidFill>
                <a:schemeClr val="dk2"/>
              </a:solidFill>
              <a:prstDash val="solid"/>
              <a:round/>
              <a:headEnd len="sm" w="sm" type="none"/>
              <a:tailEnd len="sm" w="sm" type="none"/>
            </a:ln>
          </p:spPr>
        </p:cxnSp>
        <p:cxnSp>
          <p:nvCxnSpPr>
            <p:cNvPr id="723" name="Google Shape;723;g3ef48e0cf22_0_391"/>
            <p:cNvCxnSpPr>
              <a:stCxn id="721" idx="0"/>
              <a:endCxn id="719" idx="3"/>
            </p:cNvCxnSpPr>
            <p:nvPr/>
          </p:nvCxnSpPr>
          <p:spPr>
            <a:xfrm flipH="1" rot="10800000">
              <a:off x="5816696" y="2772292"/>
              <a:ext cx="243900" cy="122400"/>
            </a:xfrm>
            <a:prstGeom prst="straightConnector1">
              <a:avLst/>
            </a:prstGeom>
            <a:noFill/>
            <a:ln cap="flat" cmpd="sng" w="19050">
              <a:solidFill>
                <a:schemeClr val="dk2"/>
              </a:solidFill>
              <a:prstDash val="solid"/>
              <a:round/>
              <a:headEnd len="sm" w="sm" type="none"/>
              <a:tailEnd len="sm" w="sm" type="none"/>
            </a:ln>
          </p:spPr>
        </p:cxnSp>
      </p:grpSp>
      <p:sp>
        <p:nvSpPr>
          <p:cNvPr id="724" name="Google Shape;724;g3ef48e0cf22_0_391"/>
          <p:cNvSpPr txBox="1"/>
          <p:nvPr/>
        </p:nvSpPr>
        <p:spPr>
          <a:xfrm>
            <a:off x="6721338" y="2110904"/>
            <a:ext cx="20931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Co-essential genetic interaction network will be created from all input genes (activated after user input list of genes)</a:t>
            </a:r>
            <a:endParaRPr b="0" i="0" sz="1400" u="none" cap="none" strike="noStrike">
              <a:solidFill>
                <a:srgbClr val="000000"/>
              </a:solidFill>
              <a:latin typeface="Arial"/>
              <a:ea typeface="Arial"/>
              <a:cs typeface="Arial"/>
              <a:sym typeface="Arial"/>
            </a:endParaRPr>
          </a:p>
        </p:txBody>
      </p:sp>
      <p:sp>
        <p:nvSpPr>
          <p:cNvPr id="725" name="Google Shape;725;g3ef48e0cf22_0_391"/>
          <p:cNvSpPr txBox="1"/>
          <p:nvPr/>
        </p:nvSpPr>
        <p:spPr>
          <a:xfrm>
            <a:off x="1389300" y="4670104"/>
            <a:ext cx="22575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Back-end Perturbation Catalogue</a:t>
            </a:r>
            <a:endParaRPr b="1" i="0" sz="1400" u="none" cap="none" strike="noStrike">
              <a:solidFill>
                <a:srgbClr val="000000"/>
              </a:solidFill>
              <a:latin typeface="Arial"/>
              <a:ea typeface="Arial"/>
              <a:cs typeface="Arial"/>
              <a:sym typeface="Arial"/>
            </a:endParaRPr>
          </a:p>
        </p:txBody>
      </p:sp>
      <p:sp>
        <p:nvSpPr>
          <p:cNvPr id="726" name="Google Shape;726;g3ef48e0cf22_0_391"/>
          <p:cNvSpPr txBox="1"/>
          <p:nvPr/>
        </p:nvSpPr>
        <p:spPr>
          <a:xfrm>
            <a:off x="6101925" y="4347619"/>
            <a:ext cx="22575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IE" sz="1000" u="none" cap="none" strike="noStrike">
                <a:solidFill>
                  <a:schemeClr val="dk1"/>
                </a:solidFill>
                <a:latin typeface="Arial"/>
                <a:ea typeface="Arial"/>
                <a:cs typeface="Arial"/>
                <a:sym typeface="Arial"/>
              </a:rPr>
              <a:t>Front-end Perturbation Catalogue</a:t>
            </a:r>
            <a:endParaRPr b="1" i="0" sz="1400" u="none" cap="none" strike="noStrike">
              <a:solidFill>
                <a:srgbClr val="000000"/>
              </a:solidFill>
              <a:latin typeface="Arial"/>
              <a:ea typeface="Arial"/>
              <a:cs typeface="Arial"/>
              <a:sym typeface="Arial"/>
            </a:endParaRPr>
          </a:p>
        </p:txBody>
      </p:sp>
      <p:pic>
        <p:nvPicPr>
          <p:cNvPr id="727" name="Google Shape;727;g3ef48e0cf22_0_391"/>
          <p:cNvPicPr preferRelativeResize="0"/>
          <p:nvPr/>
        </p:nvPicPr>
        <p:blipFill rotWithShape="1">
          <a:blip r:embed="rId5">
            <a:alphaModFix/>
          </a:blip>
          <a:srcRect b="0" l="0" r="0" t="0"/>
          <a:stretch/>
        </p:blipFill>
        <p:spPr>
          <a:xfrm>
            <a:off x="1081578" y="3742662"/>
            <a:ext cx="761700" cy="761700"/>
          </a:xfrm>
          <a:prstGeom prst="rect">
            <a:avLst/>
          </a:prstGeom>
          <a:noFill/>
          <a:ln>
            <a:noFill/>
          </a:ln>
        </p:spPr>
      </p:pic>
      <p:sp>
        <p:nvSpPr>
          <p:cNvPr id="728" name="Google Shape;728;g3ef48e0cf22_0_391"/>
          <p:cNvSpPr txBox="1"/>
          <p:nvPr/>
        </p:nvSpPr>
        <p:spPr>
          <a:xfrm>
            <a:off x="1843270" y="3800260"/>
            <a:ext cx="27288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000"/>
              <a:buFont typeface="Arial"/>
              <a:buNone/>
            </a:pPr>
            <a:r>
              <a:rPr b="0" i="0" lang="en-IE" sz="1000" u="none" cap="none" strike="noStrike">
                <a:solidFill>
                  <a:schemeClr val="dk1"/>
                </a:solidFill>
                <a:latin typeface="Arial"/>
                <a:ea typeface="Arial"/>
                <a:cs typeface="Arial"/>
                <a:sym typeface="Arial"/>
              </a:rPr>
              <a:t>Separately a table containing curated Gene Ontology Biological Process obtained from </a:t>
            </a:r>
            <a:r>
              <a:rPr b="0" i="0" lang="en-IE" sz="1000" u="sng" cap="none" strike="noStrike">
                <a:solidFill>
                  <a:schemeClr val="hlink"/>
                </a:solidFill>
                <a:latin typeface="Arial"/>
                <a:ea typeface="Arial"/>
                <a:cs typeface="Arial"/>
                <a:sym typeface="Arial"/>
                <a:hlinkClick r:id="rId6"/>
              </a:rPr>
              <a:t>https://geneontology.org/</a:t>
            </a:r>
            <a:r>
              <a:rPr b="0" i="0" lang="en-IE" sz="1000" u="none" cap="none" strike="noStrike">
                <a:solidFill>
                  <a:schemeClr val="dk1"/>
                </a:solidFill>
                <a:latin typeface="Arial"/>
                <a:ea typeface="Arial"/>
                <a:cs typeface="Arial"/>
                <a:sym typeface="Arial"/>
              </a:rPr>
              <a:t> (downloaded once - update check is performed manually)</a:t>
            </a:r>
            <a:endParaRPr b="0" i="0" sz="1200" u="none" cap="none" strike="noStrike">
              <a:solidFill>
                <a:srgbClr val="000000"/>
              </a:solidFill>
              <a:latin typeface="Arial"/>
              <a:ea typeface="Arial"/>
              <a:cs typeface="Arial"/>
              <a:sym typeface="Arial"/>
            </a:endParaRPr>
          </a:p>
        </p:txBody>
      </p:sp>
      <p:sp>
        <p:nvSpPr>
          <p:cNvPr id="729" name="Google Shape;729;g3ef48e0cf22_0_391"/>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7</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ee7079d804_0_251"/>
          <p:cNvSpPr txBox="1"/>
          <p:nvPr>
            <p:ph type="title"/>
          </p:nvPr>
        </p:nvSpPr>
        <p:spPr>
          <a:xfrm>
            <a:off x="150" y="0"/>
            <a:ext cx="9144000" cy="38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lang="en-IE" sz="1350"/>
              <a:t>Multi-gene view user interface in the Perturbation Catalogue</a:t>
            </a:r>
            <a:endParaRPr sz="1350"/>
          </a:p>
          <a:p>
            <a:pPr indent="0" lvl="0" marL="0" rtl="0" algn="ctr">
              <a:lnSpc>
                <a:spcPct val="100000"/>
              </a:lnSpc>
              <a:spcBef>
                <a:spcPts val="0"/>
              </a:spcBef>
              <a:spcAft>
                <a:spcPts val="0"/>
              </a:spcAft>
              <a:buSzPts val="990"/>
              <a:buNone/>
            </a:pPr>
            <a:r>
              <a:t/>
            </a:r>
            <a:endParaRPr sz="1350"/>
          </a:p>
        </p:txBody>
      </p:sp>
      <p:pic>
        <p:nvPicPr>
          <p:cNvPr id="735" name="Google Shape;735;g3ee7079d804_0_251"/>
          <p:cNvPicPr preferRelativeResize="0"/>
          <p:nvPr/>
        </p:nvPicPr>
        <p:blipFill rotWithShape="1">
          <a:blip r:embed="rId3">
            <a:alphaModFix/>
          </a:blip>
          <a:srcRect b="0" l="0" r="0" t="0"/>
          <a:stretch/>
        </p:blipFill>
        <p:spPr>
          <a:xfrm>
            <a:off x="47175" y="709100"/>
            <a:ext cx="5071273" cy="3501350"/>
          </a:xfrm>
          <a:prstGeom prst="rect">
            <a:avLst/>
          </a:prstGeom>
          <a:noFill/>
          <a:ln>
            <a:noFill/>
          </a:ln>
        </p:spPr>
      </p:pic>
      <p:pic>
        <p:nvPicPr>
          <p:cNvPr id="736" name="Google Shape;736;g3ee7079d804_0_251"/>
          <p:cNvPicPr preferRelativeResize="0"/>
          <p:nvPr/>
        </p:nvPicPr>
        <p:blipFill rotWithShape="1">
          <a:blip r:embed="rId4">
            <a:alphaModFix/>
          </a:blip>
          <a:srcRect b="0" l="0" r="0" t="0"/>
          <a:stretch/>
        </p:blipFill>
        <p:spPr>
          <a:xfrm>
            <a:off x="5222938" y="709100"/>
            <a:ext cx="3840913" cy="3501350"/>
          </a:xfrm>
          <a:prstGeom prst="rect">
            <a:avLst/>
          </a:prstGeom>
          <a:noFill/>
          <a:ln>
            <a:noFill/>
          </a:ln>
        </p:spPr>
      </p:pic>
      <p:cxnSp>
        <p:nvCxnSpPr>
          <p:cNvPr id="737" name="Google Shape;737;g3ee7079d804_0_251"/>
          <p:cNvCxnSpPr/>
          <p:nvPr/>
        </p:nvCxnSpPr>
        <p:spPr>
          <a:xfrm rot="10800000">
            <a:off x="1599413" y="3998724"/>
            <a:ext cx="359100" cy="473100"/>
          </a:xfrm>
          <a:prstGeom prst="straightConnector1">
            <a:avLst/>
          </a:prstGeom>
          <a:noFill/>
          <a:ln cap="flat" cmpd="sng" w="9525">
            <a:solidFill>
              <a:schemeClr val="dk2"/>
            </a:solidFill>
            <a:prstDash val="solid"/>
            <a:round/>
            <a:headEnd len="sm" w="sm" type="none"/>
            <a:tailEnd len="med" w="med" type="triangle"/>
          </a:ln>
        </p:spPr>
      </p:cxnSp>
      <p:sp>
        <p:nvSpPr>
          <p:cNvPr id="738" name="Google Shape;738;g3ee7079d804_0_251"/>
          <p:cNvSpPr txBox="1"/>
          <p:nvPr/>
        </p:nvSpPr>
        <p:spPr>
          <a:xfrm>
            <a:off x="396600" y="4505925"/>
            <a:ext cx="42570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Allow user to input list of genes of interest (e.g CRISPR-KO screens gene hits)</a:t>
            </a:r>
            <a:endParaRPr b="0" i="0" sz="9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In this example, we use the “Load example gene list”</a:t>
            </a:r>
            <a:endParaRPr b="0" i="0" sz="900" u="none" cap="none" strike="noStrike">
              <a:solidFill>
                <a:schemeClr val="dk1"/>
              </a:solidFill>
              <a:latin typeface="Arial"/>
              <a:ea typeface="Arial"/>
              <a:cs typeface="Arial"/>
              <a:sym typeface="Arial"/>
            </a:endParaRPr>
          </a:p>
        </p:txBody>
      </p:sp>
      <p:cxnSp>
        <p:nvCxnSpPr>
          <p:cNvPr id="739" name="Google Shape;739;g3ee7079d804_0_251"/>
          <p:cNvCxnSpPr/>
          <p:nvPr/>
        </p:nvCxnSpPr>
        <p:spPr>
          <a:xfrm flipH="1" rot="10800000">
            <a:off x="6311775" y="3951500"/>
            <a:ext cx="274500" cy="478500"/>
          </a:xfrm>
          <a:prstGeom prst="straightConnector1">
            <a:avLst/>
          </a:prstGeom>
          <a:noFill/>
          <a:ln cap="flat" cmpd="sng" w="9525">
            <a:solidFill>
              <a:schemeClr val="dk2"/>
            </a:solidFill>
            <a:prstDash val="solid"/>
            <a:round/>
            <a:headEnd len="sm" w="sm" type="none"/>
            <a:tailEnd len="med" w="med" type="triangle"/>
          </a:ln>
        </p:spPr>
      </p:cxnSp>
      <p:sp>
        <p:nvSpPr>
          <p:cNvPr id="740" name="Google Shape;740;g3ee7079d804_0_251"/>
          <p:cNvSpPr txBox="1"/>
          <p:nvPr/>
        </p:nvSpPr>
        <p:spPr>
          <a:xfrm>
            <a:off x="5160950" y="4430000"/>
            <a:ext cx="2220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genetic interaction network from input list of genes</a:t>
            </a:r>
            <a:endParaRPr b="0" i="0" sz="1400" u="none" cap="none" strike="noStrike">
              <a:solidFill>
                <a:srgbClr val="000000"/>
              </a:solidFill>
              <a:latin typeface="Arial"/>
              <a:ea typeface="Arial"/>
              <a:cs typeface="Arial"/>
              <a:sym typeface="Arial"/>
            </a:endParaRPr>
          </a:p>
        </p:txBody>
      </p:sp>
      <p:sp>
        <p:nvSpPr>
          <p:cNvPr id="741" name="Google Shape;741;g3ee7079d804_0_251"/>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8</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ee7079d804_0_279"/>
          <p:cNvSpPr txBox="1"/>
          <p:nvPr>
            <p:ph type="title"/>
          </p:nvPr>
        </p:nvSpPr>
        <p:spPr>
          <a:xfrm>
            <a:off x="150" y="0"/>
            <a:ext cx="9144000" cy="38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IE" sz="1350"/>
              <a:t>Annotation of each co-essential modules based on gene ontology biological process</a:t>
            </a:r>
            <a:endParaRPr sz="1350"/>
          </a:p>
        </p:txBody>
      </p:sp>
      <p:sp>
        <p:nvSpPr>
          <p:cNvPr id="747" name="Google Shape;747;g3ee7079d804_0_279"/>
          <p:cNvSpPr txBox="1"/>
          <p:nvPr/>
        </p:nvSpPr>
        <p:spPr>
          <a:xfrm>
            <a:off x="945675" y="4416950"/>
            <a:ext cx="2220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genetic interaction network from input list of genes</a:t>
            </a:r>
            <a:endParaRPr b="0" i="0" sz="1400" u="none" cap="none" strike="noStrike">
              <a:solidFill>
                <a:srgbClr val="000000"/>
              </a:solidFill>
              <a:latin typeface="Arial"/>
              <a:ea typeface="Arial"/>
              <a:cs typeface="Arial"/>
              <a:sym typeface="Arial"/>
            </a:endParaRPr>
          </a:p>
        </p:txBody>
      </p:sp>
      <p:pic>
        <p:nvPicPr>
          <p:cNvPr id="748" name="Google Shape;748;g3ee7079d804_0_279"/>
          <p:cNvPicPr preferRelativeResize="0"/>
          <p:nvPr/>
        </p:nvPicPr>
        <p:blipFill rotWithShape="1">
          <a:blip r:embed="rId3">
            <a:alphaModFix/>
          </a:blip>
          <a:srcRect b="0" l="0" r="0" t="0"/>
          <a:stretch/>
        </p:blipFill>
        <p:spPr>
          <a:xfrm>
            <a:off x="4111951" y="1604375"/>
            <a:ext cx="4863974" cy="1871206"/>
          </a:xfrm>
          <a:prstGeom prst="rect">
            <a:avLst/>
          </a:prstGeom>
          <a:noFill/>
          <a:ln>
            <a:noFill/>
          </a:ln>
        </p:spPr>
      </p:pic>
      <p:pic>
        <p:nvPicPr>
          <p:cNvPr id="749" name="Google Shape;749;g3ee7079d804_0_279"/>
          <p:cNvPicPr preferRelativeResize="0"/>
          <p:nvPr/>
        </p:nvPicPr>
        <p:blipFill rotWithShape="1">
          <a:blip r:embed="rId4">
            <a:alphaModFix/>
          </a:blip>
          <a:srcRect b="0" l="0" r="0" t="0"/>
          <a:stretch/>
        </p:blipFill>
        <p:spPr>
          <a:xfrm>
            <a:off x="144550" y="536700"/>
            <a:ext cx="3822849" cy="3573949"/>
          </a:xfrm>
          <a:prstGeom prst="rect">
            <a:avLst/>
          </a:prstGeom>
          <a:noFill/>
          <a:ln>
            <a:noFill/>
          </a:ln>
        </p:spPr>
      </p:pic>
      <p:cxnSp>
        <p:nvCxnSpPr>
          <p:cNvPr id="750" name="Google Shape;750;g3ee7079d804_0_279"/>
          <p:cNvCxnSpPr/>
          <p:nvPr/>
        </p:nvCxnSpPr>
        <p:spPr>
          <a:xfrm rot="10800000">
            <a:off x="1505313" y="3904624"/>
            <a:ext cx="359100" cy="473100"/>
          </a:xfrm>
          <a:prstGeom prst="straightConnector1">
            <a:avLst/>
          </a:prstGeom>
          <a:noFill/>
          <a:ln cap="flat" cmpd="sng" w="9525">
            <a:solidFill>
              <a:schemeClr val="dk2"/>
            </a:solidFill>
            <a:prstDash val="solid"/>
            <a:round/>
            <a:headEnd len="sm" w="sm" type="none"/>
            <a:tailEnd len="med" w="med" type="triangle"/>
          </a:ln>
        </p:spPr>
      </p:cxnSp>
      <p:sp>
        <p:nvSpPr>
          <p:cNvPr id="751" name="Google Shape;751;g3ee7079d804_0_279"/>
          <p:cNvSpPr txBox="1"/>
          <p:nvPr/>
        </p:nvSpPr>
        <p:spPr>
          <a:xfrm>
            <a:off x="3553600" y="4147075"/>
            <a:ext cx="2220600" cy="600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modules annotated using GO:BP, modules highlighted when user click the corresponding annotation field</a:t>
            </a:r>
            <a:endParaRPr b="0" i="0" sz="1400" u="none" cap="none" strike="noStrike">
              <a:solidFill>
                <a:srgbClr val="000000"/>
              </a:solidFill>
              <a:latin typeface="Arial"/>
              <a:ea typeface="Arial"/>
              <a:cs typeface="Arial"/>
              <a:sym typeface="Arial"/>
            </a:endParaRPr>
          </a:p>
        </p:txBody>
      </p:sp>
      <p:cxnSp>
        <p:nvCxnSpPr>
          <p:cNvPr id="752" name="Google Shape;752;g3ee7079d804_0_279"/>
          <p:cNvCxnSpPr>
            <a:stCxn id="751" idx="0"/>
          </p:cNvCxnSpPr>
          <p:nvPr/>
        </p:nvCxnSpPr>
        <p:spPr>
          <a:xfrm rot="10800000">
            <a:off x="1383100" y="3084775"/>
            <a:ext cx="3280800" cy="1062300"/>
          </a:xfrm>
          <a:prstGeom prst="straightConnector1">
            <a:avLst/>
          </a:prstGeom>
          <a:noFill/>
          <a:ln cap="flat" cmpd="sng" w="9525">
            <a:solidFill>
              <a:schemeClr val="dk2"/>
            </a:solidFill>
            <a:prstDash val="solid"/>
            <a:round/>
            <a:headEnd len="sm" w="sm" type="none"/>
            <a:tailEnd len="med" w="med" type="triangle"/>
          </a:ln>
        </p:spPr>
      </p:cxnSp>
      <p:cxnSp>
        <p:nvCxnSpPr>
          <p:cNvPr id="753" name="Google Shape;753;g3ee7079d804_0_279"/>
          <p:cNvCxnSpPr>
            <a:stCxn id="751" idx="0"/>
          </p:cNvCxnSpPr>
          <p:nvPr/>
        </p:nvCxnSpPr>
        <p:spPr>
          <a:xfrm flipH="1" rot="10800000">
            <a:off x="4663900" y="3535975"/>
            <a:ext cx="416700" cy="611100"/>
          </a:xfrm>
          <a:prstGeom prst="straightConnector1">
            <a:avLst/>
          </a:prstGeom>
          <a:noFill/>
          <a:ln cap="flat" cmpd="sng" w="9525">
            <a:solidFill>
              <a:schemeClr val="dk2"/>
            </a:solidFill>
            <a:prstDash val="solid"/>
            <a:round/>
            <a:headEnd len="sm" w="sm" type="none"/>
            <a:tailEnd len="med" w="med" type="triangle"/>
          </a:ln>
        </p:spPr>
      </p:cxnSp>
      <p:sp>
        <p:nvSpPr>
          <p:cNvPr id="754" name="Google Shape;754;g3ee7079d804_0_279"/>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9</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pic>
        <p:nvPicPr>
          <p:cNvPr id="759" name="Google Shape;759;g3ee7079d804_0_297"/>
          <p:cNvPicPr preferRelativeResize="0"/>
          <p:nvPr/>
        </p:nvPicPr>
        <p:blipFill rotWithShape="1">
          <a:blip r:embed="rId3">
            <a:alphaModFix/>
          </a:blip>
          <a:srcRect b="0" l="0" r="0" t="0"/>
          <a:stretch/>
        </p:blipFill>
        <p:spPr>
          <a:xfrm>
            <a:off x="78400" y="536700"/>
            <a:ext cx="4033549" cy="3770900"/>
          </a:xfrm>
          <a:prstGeom prst="rect">
            <a:avLst/>
          </a:prstGeom>
          <a:noFill/>
          <a:ln>
            <a:noFill/>
          </a:ln>
        </p:spPr>
      </p:pic>
      <p:sp>
        <p:nvSpPr>
          <p:cNvPr id="760" name="Google Shape;760;g3ee7079d804_0_297"/>
          <p:cNvSpPr txBox="1"/>
          <p:nvPr>
            <p:ph type="title"/>
          </p:nvPr>
        </p:nvSpPr>
        <p:spPr>
          <a:xfrm>
            <a:off x="150" y="0"/>
            <a:ext cx="9144000" cy="38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lang="en-IE" sz="1350"/>
              <a:t>Extended co-essential network can be used to identify complex membership of disconnected gene pair</a:t>
            </a:r>
            <a:endParaRPr sz="1350"/>
          </a:p>
          <a:p>
            <a:pPr indent="0" lvl="0" marL="0" rtl="0" algn="ctr">
              <a:lnSpc>
                <a:spcPct val="100000"/>
              </a:lnSpc>
              <a:spcBef>
                <a:spcPts val="0"/>
              </a:spcBef>
              <a:spcAft>
                <a:spcPts val="0"/>
              </a:spcAft>
              <a:buSzPts val="990"/>
              <a:buNone/>
            </a:pPr>
            <a:r>
              <a:t/>
            </a:r>
            <a:endParaRPr sz="1350"/>
          </a:p>
        </p:txBody>
      </p:sp>
      <p:sp>
        <p:nvSpPr>
          <p:cNvPr id="761" name="Google Shape;761;g3ee7079d804_0_297"/>
          <p:cNvSpPr txBox="1"/>
          <p:nvPr/>
        </p:nvSpPr>
        <p:spPr>
          <a:xfrm>
            <a:off x="1021875" y="4453551"/>
            <a:ext cx="2220600" cy="600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genetic interaction network from input list of genes + 1 degree extended interaction</a:t>
            </a:r>
            <a:endParaRPr b="0" i="0" sz="1400" u="none" cap="none" strike="noStrike">
              <a:solidFill>
                <a:srgbClr val="000000"/>
              </a:solidFill>
              <a:latin typeface="Arial"/>
              <a:ea typeface="Arial"/>
              <a:cs typeface="Arial"/>
              <a:sym typeface="Arial"/>
            </a:endParaRPr>
          </a:p>
        </p:txBody>
      </p:sp>
      <p:cxnSp>
        <p:nvCxnSpPr>
          <p:cNvPr id="762" name="Google Shape;762;g3ee7079d804_0_297"/>
          <p:cNvCxnSpPr/>
          <p:nvPr/>
        </p:nvCxnSpPr>
        <p:spPr>
          <a:xfrm rot="10800000">
            <a:off x="1622913" y="3975150"/>
            <a:ext cx="241500" cy="465300"/>
          </a:xfrm>
          <a:prstGeom prst="straightConnector1">
            <a:avLst/>
          </a:prstGeom>
          <a:noFill/>
          <a:ln cap="flat" cmpd="sng" w="9525">
            <a:solidFill>
              <a:schemeClr val="dk2"/>
            </a:solidFill>
            <a:prstDash val="solid"/>
            <a:round/>
            <a:headEnd len="sm" w="sm" type="none"/>
            <a:tailEnd len="med" w="med" type="triangle"/>
          </a:ln>
        </p:spPr>
      </p:cxnSp>
      <p:sp>
        <p:nvSpPr>
          <p:cNvPr id="763" name="Google Shape;763;g3ee7079d804_0_297"/>
          <p:cNvSpPr txBox="1"/>
          <p:nvPr/>
        </p:nvSpPr>
        <p:spPr>
          <a:xfrm>
            <a:off x="5239350" y="4003425"/>
            <a:ext cx="2220600" cy="600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900"/>
              <a:buFont typeface="Arial"/>
              <a:buNone/>
            </a:pPr>
            <a:r>
              <a:rPr b="0" i="0" lang="en-IE" sz="900" u="none" cap="none" strike="noStrike">
                <a:solidFill>
                  <a:schemeClr val="dk1"/>
                </a:solidFill>
                <a:latin typeface="Arial"/>
                <a:ea typeface="Arial"/>
                <a:cs typeface="Arial"/>
                <a:sym typeface="Arial"/>
              </a:rPr>
              <a:t>Co-essential modules annotated using Gene Ontology Biological Process (GO:BP)</a:t>
            </a:r>
            <a:endParaRPr b="0" i="0" sz="1400" u="none" cap="none" strike="noStrike">
              <a:solidFill>
                <a:srgbClr val="000000"/>
              </a:solidFill>
              <a:latin typeface="Arial"/>
              <a:ea typeface="Arial"/>
              <a:cs typeface="Arial"/>
              <a:sym typeface="Arial"/>
            </a:endParaRPr>
          </a:p>
        </p:txBody>
      </p:sp>
      <p:cxnSp>
        <p:nvCxnSpPr>
          <p:cNvPr id="764" name="Google Shape;764;g3ee7079d804_0_297"/>
          <p:cNvCxnSpPr>
            <a:stCxn id="763" idx="0"/>
          </p:cNvCxnSpPr>
          <p:nvPr/>
        </p:nvCxnSpPr>
        <p:spPr>
          <a:xfrm flipH="1" rot="10800000">
            <a:off x="6349650" y="3525825"/>
            <a:ext cx="9300" cy="477600"/>
          </a:xfrm>
          <a:prstGeom prst="straightConnector1">
            <a:avLst/>
          </a:prstGeom>
          <a:noFill/>
          <a:ln cap="flat" cmpd="sng" w="9525">
            <a:solidFill>
              <a:schemeClr val="dk2"/>
            </a:solidFill>
            <a:prstDash val="solid"/>
            <a:round/>
            <a:headEnd len="sm" w="sm" type="none"/>
            <a:tailEnd len="med" w="med" type="triangle"/>
          </a:ln>
        </p:spPr>
      </p:cxnSp>
      <p:pic>
        <p:nvPicPr>
          <p:cNvPr id="765" name="Google Shape;765;g3ee7079d804_0_297"/>
          <p:cNvPicPr preferRelativeResize="0"/>
          <p:nvPr/>
        </p:nvPicPr>
        <p:blipFill rotWithShape="1">
          <a:blip r:embed="rId4">
            <a:alphaModFix/>
          </a:blip>
          <a:srcRect b="0" l="0" r="0" t="0"/>
          <a:stretch/>
        </p:blipFill>
        <p:spPr>
          <a:xfrm>
            <a:off x="4209449" y="575900"/>
            <a:ext cx="4727250" cy="2758332"/>
          </a:xfrm>
          <a:prstGeom prst="rect">
            <a:avLst/>
          </a:prstGeom>
          <a:noFill/>
          <a:ln>
            <a:noFill/>
          </a:ln>
        </p:spPr>
      </p:pic>
      <p:sp>
        <p:nvSpPr>
          <p:cNvPr id="766" name="Google Shape;766;g3ee7079d804_0_297"/>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10</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e4859a486d_0_193"/>
          <p:cNvSpPr txBox="1"/>
          <p:nvPr>
            <p:ph type="title"/>
          </p:nvPr>
        </p:nvSpPr>
        <p:spPr>
          <a:xfrm>
            <a:off x="311700" y="0"/>
            <a:ext cx="8520600" cy="416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891"/>
              <a:buNone/>
            </a:pPr>
            <a:r>
              <a:rPr lang="en-IE" sz="1758"/>
              <a:t>Acknowledgement</a:t>
            </a:r>
            <a:endParaRPr sz="1758"/>
          </a:p>
        </p:txBody>
      </p:sp>
      <p:sp>
        <p:nvSpPr>
          <p:cNvPr id="772" name="Google Shape;772;g3e4859a486d_0_193"/>
          <p:cNvSpPr txBox="1"/>
          <p:nvPr/>
        </p:nvSpPr>
        <p:spPr>
          <a:xfrm>
            <a:off x="297125" y="1689617"/>
            <a:ext cx="2836800" cy="178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IE" sz="1300" u="none" cap="none" strike="noStrike">
                <a:solidFill>
                  <a:schemeClr val="dk1"/>
                </a:solidFill>
                <a:latin typeface="Arial"/>
                <a:ea typeface="Arial"/>
                <a:cs typeface="Arial"/>
                <a:sym typeface="Arial"/>
              </a:rPr>
              <a:t>Santocanale Laboratory</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Prof. Corrado Santocanale</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Michael D. Rainey</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Yeray Hernandez Reyes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Aline Morrison</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Pouya Abrari</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Liadhan Farrell</a:t>
            </a:r>
            <a:endParaRPr b="0" i="0" sz="1300" u="none" cap="none" strike="noStrike">
              <a:solidFill>
                <a:schemeClr val="dk1"/>
              </a:solidFill>
              <a:latin typeface="Arial"/>
              <a:ea typeface="Arial"/>
              <a:cs typeface="Arial"/>
              <a:sym typeface="Arial"/>
            </a:endParaRPr>
          </a:p>
        </p:txBody>
      </p:sp>
      <p:sp>
        <p:nvSpPr>
          <p:cNvPr id="773" name="Google Shape;773;g3e4859a486d_0_193"/>
          <p:cNvSpPr txBox="1"/>
          <p:nvPr/>
        </p:nvSpPr>
        <p:spPr>
          <a:xfrm>
            <a:off x="3139025" y="1689629"/>
            <a:ext cx="2118000" cy="158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IE" sz="1300" u="none" cap="none" strike="noStrike">
                <a:solidFill>
                  <a:schemeClr val="dk1"/>
                </a:solidFill>
                <a:latin typeface="Arial"/>
                <a:ea typeface="Arial"/>
                <a:cs typeface="Arial"/>
                <a:sym typeface="Arial"/>
              </a:rPr>
              <a:t>UCD Cancer Data Lab</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Colm J. Ryan</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Metin Yazar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Olivier Dennler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Narod Kebabci</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Carlos V. Rodriguez</a:t>
            </a:r>
            <a:endParaRPr b="0" i="0" sz="1300" u="none" cap="none" strike="noStrike">
              <a:solidFill>
                <a:schemeClr val="dk1"/>
              </a:solidFill>
              <a:latin typeface="Arial"/>
              <a:ea typeface="Arial"/>
              <a:cs typeface="Arial"/>
              <a:sym typeface="Arial"/>
            </a:endParaRPr>
          </a:p>
        </p:txBody>
      </p:sp>
      <p:pic>
        <p:nvPicPr>
          <p:cNvPr descr="A picture containing shape&#10;&#10;Description automatically generated" id="774" name="Google Shape;774;g3e4859a486d_0_193"/>
          <p:cNvPicPr preferRelativeResize="0"/>
          <p:nvPr/>
        </p:nvPicPr>
        <p:blipFill rotWithShape="1">
          <a:blip r:embed="rId3">
            <a:alphaModFix/>
          </a:blip>
          <a:srcRect b="0" l="0" r="0" t="0"/>
          <a:stretch/>
        </p:blipFill>
        <p:spPr>
          <a:xfrm>
            <a:off x="42900" y="1027204"/>
            <a:ext cx="2672249" cy="595689"/>
          </a:xfrm>
          <a:prstGeom prst="rect">
            <a:avLst/>
          </a:prstGeom>
          <a:noFill/>
          <a:ln>
            <a:noFill/>
          </a:ln>
        </p:spPr>
      </p:pic>
      <p:sp>
        <p:nvSpPr>
          <p:cNvPr id="775" name="Google Shape;775;g3e4859a486d_0_193"/>
          <p:cNvSpPr txBox="1"/>
          <p:nvPr/>
        </p:nvSpPr>
        <p:spPr>
          <a:xfrm>
            <a:off x="157712" y="643492"/>
            <a:ext cx="876600" cy="876600"/>
          </a:xfrm>
          <a:prstGeom prst="rect">
            <a:avLst/>
          </a:prstGeom>
          <a:noFill/>
          <a:ln>
            <a:noFill/>
          </a:ln>
        </p:spPr>
        <p:txBody>
          <a:bodyPr anchorCtr="0" anchor="ctr" bIns="26725" lIns="26725" spcFirstLastPara="1" rIns="26725" wrap="square" tIns="26725">
            <a:noAutofit/>
          </a:bodyPr>
          <a:lstStyle/>
          <a:p>
            <a:pPr indent="0" lvl="0" marL="0" marR="0" rtl="0" algn="l">
              <a:lnSpc>
                <a:spcPct val="100000"/>
              </a:lnSpc>
              <a:spcBef>
                <a:spcPts val="0"/>
              </a:spcBef>
              <a:spcAft>
                <a:spcPts val="0"/>
              </a:spcAft>
              <a:buClr>
                <a:srgbClr val="000000"/>
              </a:buClr>
              <a:buSzPts val="409"/>
              <a:buFont typeface="Arial"/>
              <a:buNone/>
            </a:pPr>
            <a:r>
              <a:rPr b="0" i="0" lang="en-IE" sz="409" u="none" cap="none" strike="noStrike">
                <a:solidFill>
                  <a:srgbClr val="000000"/>
                </a:solidFill>
                <a:latin typeface="Arial"/>
                <a:ea typeface="Arial"/>
                <a:cs typeface="Arial"/>
                <a:sym typeface="Arial"/>
              </a:rPr>
              <a:t> </a:t>
            </a:r>
            <a:endParaRPr b="0" i="0" sz="409" u="none" cap="none" strike="noStrike">
              <a:solidFill>
                <a:srgbClr val="000000"/>
              </a:solidFill>
              <a:latin typeface="Arial"/>
              <a:ea typeface="Arial"/>
              <a:cs typeface="Arial"/>
              <a:sym typeface="Arial"/>
            </a:endParaRPr>
          </a:p>
        </p:txBody>
      </p:sp>
      <p:pic>
        <p:nvPicPr>
          <p:cNvPr id="776" name="Google Shape;776;g3e4859a486d_0_193"/>
          <p:cNvPicPr preferRelativeResize="0"/>
          <p:nvPr/>
        </p:nvPicPr>
        <p:blipFill rotWithShape="1">
          <a:blip r:embed="rId4">
            <a:alphaModFix/>
          </a:blip>
          <a:srcRect b="0" l="0" r="0" t="0"/>
          <a:stretch/>
        </p:blipFill>
        <p:spPr>
          <a:xfrm>
            <a:off x="2905000" y="914554"/>
            <a:ext cx="1446950" cy="643675"/>
          </a:xfrm>
          <a:prstGeom prst="rect">
            <a:avLst/>
          </a:prstGeom>
          <a:noFill/>
          <a:ln>
            <a:noFill/>
          </a:ln>
        </p:spPr>
      </p:pic>
      <p:pic>
        <p:nvPicPr>
          <p:cNvPr descr="University College Dublin Rugby Logo transparent PNG - StickPNG" id="777" name="Google Shape;777;g3e4859a486d_0_193"/>
          <p:cNvPicPr preferRelativeResize="0"/>
          <p:nvPr/>
        </p:nvPicPr>
        <p:blipFill rotWithShape="1">
          <a:blip r:embed="rId5">
            <a:alphaModFix/>
          </a:blip>
          <a:srcRect b="0" l="0" r="0" t="0"/>
          <a:stretch/>
        </p:blipFill>
        <p:spPr>
          <a:xfrm>
            <a:off x="4351951" y="643504"/>
            <a:ext cx="979400" cy="979400"/>
          </a:xfrm>
          <a:prstGeom prst="rect">
            <a:avLst/>
          </a:prstGeom>
          <a:noFill/>
          <a:ln>
            <a:noFill/>
          </a:ln>
        </p:spPr>
      </p:pic>
      <p:pic>
        <p:nvPicPr>
          <p:cNvPr id="778" name="Google Shape;778;g3e4859a486d_0_193"/>
          <p:cNvPicPr preferRelativeResize="0"/>
          <p:nvPr/>
        </p:nvPicPr>
        <p:blipFill rotWithShape="1">
          <a:blip r:embed="rId6">
            <a:alphaModFix/>
          </a:blip>
          <a:srcRect b="0" l="0" r="0" t="0"/>
          <a:stretch/>
        </p:blipFill>
        <p:spPr>
          <a:xfrm>
            <a:off x="5740750" y="1227093"/>
            <a:ext cx="2118000" cy="546672"/>
          </a:xfrm>
          <a:prstGeom prst="rect">
            <a:avLst/>
          </a:prstGeom>
          <a:noFill/>
          <a:ln>
            <a:noFill/>
          </a:ln>
        </p:spPr>
      </p:pic>
      <p:sp>
        <p:nvSpPr>
          <p:cNvPr id="779" name="Google Shape;779;g3e4859a486d_0_193"/>
          <p:cNvSpPr txBox="1"/>
          <p:nvPr/>
        </p:nvSpPr>
        <p:spPr>
          <a:xfrm>
            <a:off x="5608275" y="1875318"/>
            <a:ext cx="36420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IE" sz="1300" u="none" cap="none" strike="noStrike">
                <a:solidFill>
                  <a:schemeClr val="dk1"/>
                </a:solidFill>
                <a:latin typeface="Arial"/>
                <a:ea typeface="Arial"/>
                <a:cs typeface="Arial"/>
                <a:sym typeface="Arial"/>
              </a:rPr>
              <a:t>Human Genomics (Perturbation Catalogue)</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Mallory Freeberg</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Dr. Aleksandr Zakirov</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Alexey Sokolov</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E" sz="1300" u="none" cap="none" strike="noStrike">
                <a:solidFill>
                  <a:schemeClr val="dk1"/>
                </a:solidFill>
                <a:latin typeface="Arial"/>
                <a:ea typeface="Arial"/>
                <a:cs typeface="Arial"/>
                <a:sym typeface="Arial"/>
              </a:rPr>
              <a:t>Kirill Tsukanov</a:t>
            </a:r>
            <a:endParaRPr b="0" i="0" sz="1300" u="none" cap="none" strike="noStrike">
              <a:solidFill>
                <a:schemeClr val="dk1"/>
              </a:solidFill>
              <a:latin typeface="Arial"/>
              <a:ea typeface="Arial"/>
              <a:cs typeface="Arial"/>
              <a:sym typeface="Arial"/>
            </a:endParaRPr>
          </a:p>
        </p:txBody>
      </p:sp>
      <p:pic>
        <p:nvPicPr>
          <p:cNvPr id="780" name="Google Shape;780;g3e4859a486d_0_193"/>
          <p:cNvPicPr preferRelativeResize="0"/>
          <p:nvPr/>
        </p:nvPicPr>
        <p:blipFill rotWithShape="1">
          <a:blip r:embed="rId7">
            <a:alphaModFix/>
          </a:blip>
          <a:srcRect b="0" l="0" r="0" t="0"/>
          <a:stretch/>
        </p:blipFill>
        <p:spPr>
          <a:xfrm>
            <a:off x="5792943" y="555586"/>
            <a:ext cx="1933333" cy="595700"/>
          </a:xfrm>
          <a:prstGeom prst="rect">
            <a:avLst/>
          </a:prstGeom>
          <a:noFill/>
          <a:ln>
            <a:noFill/>
          </a:ln>
        </p:spPr>
      </p:pic>
      <p:sp>
        <p:nvSpPr>
          <p:cNvPr id="781" name="Google Shape;781;g3e4859a486d_0_193"/>
          <p:cNvSpPr txBox="1"/>
          <p:nvPr/>
        </p:nvSpPr>
        <p:spPr>
          <a:xfrm>
            <a:off x="-1" y="4875885"/>
            <a:ext cx="396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lang="en-IE" sz="1350">
                <a:latin typeface="Calibri"/>
                <a:ea typeface="Calibri"/>
                <a:cs typeface="Calibri"/>
                <a:sym typeface="Calibri"/>
              </a:rPr>
              <a:t>11</a:t>
            </a:r>
            <a:endParaRPr b="0" i="0" sz="1050" u="none" cap="none" strike="noStrike">
              <a:solidFill>
                <a:srgbClr val="000000"/>
              </a:solidFill>
              <a:latin typeface="Arial"/>
              <a:ea typeface="Arial"/>
              <a:cs typeface="Arial"/>
              <a:sym typeface="Arial"/>
            </a:endParaRPr>
          </a:p>
        </p:txBody>
      </p:sp>
      <p:sp>
        <p:nvSpPr>
          <p:cNvPr id="782" name="Google Shape;782;g3e4859a486d_0_193"/>
          <p:cNvSpPr txBox="1"/>
          <p:nvPr/>
        </p:nvSpPr>
        <p:spPr>
          <a:xfrm>
            <a:off x="294000" y="3592071"/>
            <a:ext cx="8556000" cy="894900"/>
          </a:xfrm>
          <a:prstGeom prst="rect">
            <a:avLst/>
          </a:prstGeom>
          <a:noFill/>
          <a:ln>
            <a:noFill/>
          </a:ln>
        </p:spPr>
        <p:txBody>
          <a:bodyPr anchorCtr="0" anchor="t" bIns="91425" lIns="91425" spcFirstLastPara="1" rIns="91425" wrap="square" tIns="91425">
            <a:spAutoFit/>
          </a:bodyPr>
          <a:lstStyle/>
          <a:p>
            <a:pPr indent="0" lvl="0" marL="0" marR="0" rtl="0" algn="just">
              <a:lnSpc>
                <a:spcPct val="90000"/>
              </a:lnSpc>
              <a:spcBef>
                <a:spcPts val="1000"/>
              </a:spcBef>
              <a:spcAft>
                <a:spcPts val="0"/>
              </a:spcAft>
              <a:buClr>
                <a:srgbClr val="000000"/>
              </a:buClr>
              <a:buSzPts val="1400"/>
              <a:buFont typeface="Arial"/>
              <a:buNone/>
            </a:pPr>
            <a:r>
              <a:rPr b="0" i="0" lang="en-IE" sz="1400" u="none" cap="none" strike="noStrike">
                <a:solidFill>
                  <a:schemeClr val="dk1"/>
                </a:solidFill>
                <a:latin typeface="Calibri"/>
                <a:ea typeface="Calibri"/>
                <a:cs typeface="Calibri"/>
                <a:sym typeface="Calibri"/>
              </a:rPr>
              <a:t>Special thanks to #gaa-coffee-club and the fantastic coffee machine :)</a:t>
            </a:r>
            <a:endParaRPr b="0" i="0" sz="1400" u="none" cap="none" strike="noStrike">
              <a:solidFill>
                <a:schemeClr val="dk1"/>
              </a:solidFill>
              <a:latin typeface="Calibri"/>
              <a:ea typeface="Calibri"/>
              <a:cs typeface="Calibri"/>
              <a:sym typeface="Calibri"/>
            </a:endParaRPr>
          </a:p>
          <a:p>
            <a:pPr indent="0" lvl="0" marL="0" marR="0" rtl="0" algn="just">
              <a:lnSpc>
                <a:spcPct val="90000"/>
              </a:lnSpc>
              <a:spcBef>
                <a:spcPts val="1000"/>
              </a:spcBef>
              <a:spcAft>
                <a:spcPts val="0"/>
              </a:spcAft>
              <a:buClr>
                <a:srgbClr val="000000"/>
              </a:buClr>
              <a:buSzPts val="1400"/>
              <a:buFont typeface="Arial"/>
              <a:buNone/>
            </a:pPr>
            <a:r>
              <a:rPr b="0" i="0" lang="en-IE" sz="1400" u="none" cap="none" strike="noStrike">
                <a:solidFill>
                  <a:schemeClr val="dk1"/>
                </a:solidFill>
                <a:latin typeface="Calibri"/>
                <a:ea typeface="Calibri"/>
                <a:cs typeface="Calibri"/>
                <a:sym typeface="Calibri"/>
              </a:rPr>
              <a:t>This presentation has emanated from research conducted with the financial support of Research Ireland under Grant number [18/CRT/6214]</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e4859a486d_0_155"/>
          <p:cNvSpPr txBox="1"/>
          <p:nvPr>
            <p:ph type="title"/>
          </p:nvPr>
        </p:nvSpPr>
        <p:spPr>
          <a:xfrm>
            <a:off x="438375" y="1235325"/>
            <a:ext cx="5244300" cy="1156800"/>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dk1"/>
              </a:buClr>
              <a:buSzPts val="990"/>
              <a:buFont typeface="Arial"/>
              <a:buNone/>
            </a:pPr>
            <a:r>
              <a:rPr lang="en-IE" sz="2200">
                <a:solidFill>
                  <a:schemeClr val="lt1"/>
                </a:solidFill>
              </a:rPr>
              <a:t>Thank you, any questions?</a:t>
            </a:r>
            <a:endParaRPr sz="2200">
              <a:solidFill>
                <a:schemeClr val="lt1"/>
              </a:solidFill>
            </a:endParaRPr>
          </a:p>
        </p:txBody>
      </p:sp>
      <p:sp>
        <p:nvSpPr>
          <p:cNvPr id="788" name="Google Shape;788;g3e4859a486d_0_155"/>
          <p:cNvSpPr txBox="1"/>
          <p:nvPr>
            <p:ph idx="3" type="body"/>
          </p:nvPr>
        </p:nvSpPr>
        <p:spPr>
          <a:xfrm>
            <a:off x="640557" y="4457228"/>
            <a:ext cx="3037200" cy="290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SzPts val="1200"/>
              <a:buNone/>
            </a:pPr>
            <a:r>
              <a:rPr lang="en-IE"/>
              <a:t>www.ebi.ac.uk</a:t>
            </a:r>
            <a:endParaRPr/>
          </a:p>
        </p:txBody>
      </p:sp>
      <p:sp>
        <p:nvSpPr>
          <p:cNvPr id="789" name="Google Shape;789;g3e4859a486d_0_155"/>
          <p:cNvSpPr txBox="1"/>
          <p:nvPr>
            <p:ph idx="4" type="body"/>
          </p:nvPr>
        </p:nvSpPr>
        <p:spPr>
          <a:xfrm>
            <a:off x="640550" y="3418375"/>
            <a:ext cx="5476200" cy="781800"/>
          </a:xfrm>
          <a:prstGeom prst="rect">
            <a:avLst/>
          </a:prstGeom>
          <a:noFill/>
          <a:ln>
            <a:noFill/>
          </a:ln>
        </p:spPr>
        <p:txBody>
          <a:bodyPr anchorCtr="0" anchor="t" bIns="45700" lIns="0" spcFirstLastPara="1" rIns="91425" wrap="square" tIns="45700">
            <a:noAutofit/>
          </a:bodyPr>
          <a:lstStyle/>
          <a:p>
            <a:pPr indent="0" lvl="0" marL="0" rtl="0" algn="ctr">
              <a:lnSpc>
                <a:spcPct val="80000"/>
              </a:lnSpc>
              <a:spcBef>
                <a:spcPts val="0"/>
              </a:spcBef>
              <a:spcAft>
                <a:spcPts val="0"/>
              </a:spcAft>
              <a:buClr>
                <a:schemeClr val="dk1"/>
              </a:buClr>
              <a:buSzPts val="1100"/>
              <a:buFont typeface="Arial"/>
              <a:buNone/>
            </a:pPr>
            <a:r>
              <a:rPr b="0" lang="en-IE" sz="1700">
                <a:solidFill>
                  <a:schemeClr val="dk1"/>
                </a:solidFill>
              </a:rPr>
              <a:t>Stefanus Bernard</a:t>
            </a:r>
            <a:endParaRPr b="0" sz="1700">
              <a:solidFill>
                <a:schemeClr val="dk1"/>
              </a:solidFill>
            </a:endParaRPr>
          </a:p>
          <a:p>
            <a:pPr indent="0" lvl="0" marL="0" rtl="0" algn="ctr">
              <a:lnSpc>
                <a:spcPct val="80000"/>
              </a:lnSpc>
              <a:spcBef>
                <a:spcPts val="0"/>
              </a:spcBef>
              <a:spcAft>
                <a:spcPts val="0"/>
              </a:spcAft>
              <a:buClr>
                <a:schemeClr val="dk1"/>
              </a:buClr>
              <a:buSzPts val="1100"/>
              <a:buFont typeface="Arial"/>
              <a:buNone/>
            </a:pPr>
            <a:r>
              <a:rPr b="0" lang="en-IE" sz="1700">
                <a:solidFill>
                  <a:schemeClr val="dk1"/>
                </a:solidFill>
              </a:rPr>
              <a:t>Visiting PhD Fellow</a:t>
            </a:r>
            <a:endParaRPr b="0" sz="1700">
              <a:solidFill>
                <a:schemeClr val="dk1"/>
              </a:solidFill>
            </a:endParaRPr>
          </a:p>
          <a:p>
            <a:pPr indent="0" lvl="0" marL="0" rtl="0" algn="ctr">
              <a:lnSpc>
                <a:spcPct val="80000"/>
              </a:lnSpc>
              <a:spcBef>
                <a:spcPts val="0"/>
              </a:spcBef>
              <a:spcAft>
                <a:spcPts val="0"/>
              </a:spcAft>
              <a:buClr>
                <a:schemeClr val="dk1"/>
              </a:buClr>
              <a:buSzPts val="1100"/>
              <a:buFont typeface="Arial"/>
              <a:buNone/>
            </a:pPr>
            <a:r>
              <a:rPr b="0" lang="en-IE" sz="1700">
                <a:solidFill>
                  <a:schemeClr val="dk1"/>
                </a:solidFill>
              </a:rPr>
              <a:t>Human Genomics team (Perturbation Catalogue)</a:t>
            </a:r>
            <a:endParaRPr b="0" sz="1700">
              <a:solidFill>
                <a:schemeClr val="dk1"/>
              </a:solidFill>
            </a:endParaRPr>
          </a:p>
          <a:p>
            <a:pPr indent="0" lvl="0" marL="0" rtl="0" algn="l">
              <a:lnSpc>
                <a:spcPct val="90000"/>
              </a:lnSpc>
              <a:spcBef>
                <a:spcPts val="0"/>
              </a:spcBef>
              <a:spcAft>
                <a:spcPts val="0"/>
              </a:spcAft>
              <a:buSzPts val="1600"/>
              <a:buNone/>
            </a:pPr>
            <a:r>
              <a:t/>
            </a:r>
            <a:endParaRPr sz="17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EMBL template">
      <a:dk1>
        <a:srgbClr val="000000"/>
      </a:dk1>
      <a:lt1>
        <a:srgbClr val="FFFFFF"/>
      </a:lt1>
      <a:dk2>
        <a:srgbClr val="007B53"/>
      </a:dk2>
      <a:lt2>
        <a:srgbClr val="707372"/>
      </a:lt2>
      <a:accent1>
        <a:srgbClr val="18974C"/>
      </a:accent1>
      <a:accent2>
        <a:srgbClr val="A1BE1F"/>
      </a:accent2>
      <a:accent3>
        <a:srgbClr val="F49E17"/>
      </a:accent3>
      <a:accent4>
        <a:srgbClr val="F4C61F"/>
      </a:accent4>
      <a:accent5>
        <a:srgbClr val="D41645"/>
      </a:accent5>
      <a:accent6>
        <a:srgbClr val="3B6FB6"/>
      </a:accent6>
      <a:hlink>
        <a:srgbClr val="2A57A3"/>
      </a:hlink>
      <a:folHlink>
        <a:srgbClr val="7345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